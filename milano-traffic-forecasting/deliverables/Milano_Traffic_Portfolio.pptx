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e21a8dfa64471c" /><Relationship Type="http://schemas.openxmlformats.org/officeDocument/2006/relationships/extended-properties" Target="/docProps/app.xml" Id="Re224217e09c74c01" /><Relationship Type="http://schemas.openxmlformats.org/officeDocument/2006/relationships/officeDocument" Target="/ppt/presentation.xml" Id="R7bc15fbe76154c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a4095aa77f4f09"/>
  </p:sldMasterIdLst>
  <p:notesMasterIdLst>
    <p:notesMasterId xmlns:r="http://schemas.openxmlformats.org/officeDocument/2006/relationships" r:id="R8a7b32c4108a49fe"/>
  </p:notesMasterIdLst>
  <p:sldIdLst>
    <p:sldId xmlns:r="http://schemas.openxmlformats.org/officeDocument/2006/relationships" id="256" r:id="R973c1a31efef4855"/>
    <p:sldId xmlns:r="http://schemas.openxmlformats.org/officeDocument/2006/relationships" id="257" r:id="Raeedbb32f2c24049"/>
    <p:sldId xmlns:r="http://schemas.openxmlformats.org/officeDocument/2006/relationships" id="258" r:id="Rd5e19335ce914158"/>
    <p:sldId xmlns:r="http://schemas.openxmlformats.org/officeDocument/2006/relationships" id="259" r:id="Rfc23b81c817e418e"/>
    <p:sldId xmlns:r="http://schemas.openxmlformats.org/officeDocument/2006/relationships" id="260" r:id="R5c5fc4a724474ac7"/>
    <p:sldId xmlns:r="http://schemas.openxmlformats.org/officeDocument/2006/relationships" id="261" r:id="Rb958bb722cd34be7"/>
    <p:sldId xmlns:r="http://schemas.openxmlformats.org/officeDocument/2006/relationships" id="262" r:id="R26791bae0b4f4639"/>
    <p:sldId xmlns:r="http://schemas.openxmlformats.org/officeDocument/2006/relationships" id="263" r:id="Rc2aa19b78f20472b"/>
    <p:sldId xmlns:r="http://schemas.openxmlformats.org/officeDocument/2006/relationships" id="264" r:id="Rc41f1b06c73943d1"/>
    <p:sldId xmlns:r="http://schemas.openxmlformats.org/officeDocument/2006/relationships" id="265" r:id="R0255fa0bc2774d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770a2252bc4cbe" /><Relationship Type="http://schemas.openxmlformats.org/officeDocument/2006/relationships/slideMaster" Target="/ppt/slideMasters/slideMaster1.xml" Id="Re5a4095aa77f4f09" /><Relationship Type="http://schemas.openxmlformats.org/officeDocument/2006/relationships/notesMaster" Target="/ppt/notesMasters/notesMaster1.xml" Id="R8a7b32c4108a49fe" /><Relationship Type="http://schemas.openxmlformats.org/officeDocument/2006/relationships/presProps" Target="/ppt/presProps.xml" Id="R698df86d09844451" /><Relationship Type="http://schemas.openxmlformats.org/officeDocument/2006/relationships/tableStyles" Target="/ppt/tableStyles.xml" Id="Rd78a65cd80a541c1" /><Relationship Type="http://schemas.openxmlformats.org/officeDocument/2006/relationships/slide" Target="/ppt/slides/slide1.xml" Id="R973c1a31efef4855" /><Relationship Type="http://schemas.openxmlformats.org/officeDocument/2006/relationships/slide" Target="/ppt/slides/slide2.xml" Id="Raeedbb32f2c24049" /><Relationship Type="http://schemas.openxmlformats.org/officeDocument/2006/relationships/slide" Target="/ppt/slides/slide3.xml" Id="Rd5e19335ce914158" /><Relationship Type="http://schemas.openxmlformats.org/officeDocument/2006/relationships/slide" Target="/ppt/slides/slide4.xml" Id="Rfc23b81c817e418e" /><Relationship Type="http://schemas.openxmlformats.org/officeDocument/2006/relationships/slide" Target="/ppt/slides/slide5.xml" Id="R5c5fc4a724474ac7" /><Relationship Type="http://schemas.openxmlformats.org/officeDocument/2006/relationships/slide" Target="/ppt/slides/slide6.xml" Id="Rb958bb722cd34be7" /><Relationship Type="http://schemas.openxmlformats.org/officeDocument/2006/relationships/slide" Target="/ppt/slides/slide7.xml" Id="R26791bae0b4f4639" /><Relationship Type="http://schemas.openxmlformats.org/officeDocument/2006/relationships/slide" Target="/ppt/slides/slide8.xml" Id="Rc2aa19b78f20472b" /><Relationship Type="http://schemas.openxmlformats.org/officeDocument/2006/relationships/slide" Target="/ppt/slides/slide9.xml" Id="Rc41f1b06c73943d1" /><Relationship Type="http://schemas.openxmlformats.org/officeDocument/2006/relationships/slide" Target="/ppt/slides/slide10.xml" Id="R0255fa0bc2774d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b71fbc62c74a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5cac18d944bb7" /><Relationship Type="http://schemas.openxmlformats.org/officeDocument/2006/relationships/notesMaster" Target="/ppt/notesMasters/notesMaster1.xml" Id="R602007a1fe88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28817141d47f0" /><Relationship Type="http://schemas.openxmlformats.org/officeDocument/2006/relationships/notesMaster" Target="/ppt/notesMasters/notesMaster1.xml" Id="R73c9b7425f044d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5be3bfa1594411" /><Relationship Type="http://schemas.openxmlformats.org/officeDocument/2006/relationships/notesMaster" Target="/ppt/notesMasters/notesMaster1.xml" Id="Rdb4c844edcff42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a4f4981c884db0" /><Relationship Type="http://schemas.openxmlformats.org/officeDocument/2006/relationships/notesMaster" Target="/ppt/notesMasters/notesMaster1.xml" Id="R4f4f161ca4e340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a2498915704397" /><Relationship Type="http://schemas.openxmlformats.org/officeDocument/2006/relationships/notesMaster" Target="/ppt/notesMasters/notesMaster1.xml" Id="R0518be2df5e140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07a5e41774e90" /><Relationship Type="http://schemas.openxmlformats.org/officeDocument/2006/relationships/notesMaster" Target="/ppt/notesMasters/notesMaster1.xml" Id="R7d2519fc3c1e49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3e09485b5d4505" /><Relationship Type="http://schemas.openxmlformats.org/officeDocument/2006/relationships/notesMaster" Target="/ppt/notesMasters/notesMaster1.xml" Id="R40f726a95d8a40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b8d589436843a4" /><Relationship Type="http://schemas.openxmlformats.org/officeDocument/2006/relationships/notesMaster" Target="/ppt/notesMasters/notesMaster1.xml" Id="R6d62206bf8484d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b8cbf987f94ccf" /><Relationship Type="http://schemas.openxmlformats.org/officeDocument/2006/relationships/notesMaster" Target="/ppt/notesMasters/notesMaster1.xml" Id="Rd4f41ad5d45449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cd926b1ac048b7" /><Relationship Type="http://schemas.openxmlformats.org/officeDocument/2006/relationships/notesMaster" Target="/ppt/notesMasters/notesMaster1.xml" Id="Re8847fee38854b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감소율은 각 horizon의 seed 평균 RMSE를 비교한 값이다. 원 논문 수치 대비 개선율이 아니다. 단일 지역과 기간의 제한적 검증이다.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실험의 목적은 달력 특징 추가 효과를 기존 GRU와 동일 조건에서 검증하는 것이다. 시간대·요일·주말 각각의 기여를 분리한 실험은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28개 파일의 공식 MD5 일치. 전체 149,959,224행 형식·값·시간 검사. Square 1 국가별 10,990행 합산. 국가별 빈 Internet 칸 5,332개는 비어 있지 않은 값만 합산. 집계 후 결측 0. IQR 이상치 표식 40개도 모두 유지. 중복 키 검사는 Square 1에 한정.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1층 GRU hidden 32 및 linear output. 기본 파라미터 3,393, 개선 3,873. 달력은 Europe/Rome 기준으로 과거 입력 시점에 붙이며, 예측 시점의 달력 정보를 별도로 넣지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시간순 행수 train 2822, validation 605, test 605. 현지 validation 시작 11/20 14:20, test 시작 11/24 19:10. 예측 origin과 target이 각 평가 구간에 들어오도록 경계 표본 제외. test의 이미 관측한 값은 후속 입력으로 허용하는 rolling-origin 평가. 모델 선택에는 validation만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RMSE 원래 활동 단위. 그래프는 seed 3개 평균이며 평균±표본표준편차는 부록 9장에 모두 수록. 감소율=(기본 평균-개선 평균)/기본 평균*100. 같은 seed의 15쌍에서도 개선 GRU의 RMSE가 모두 낮았다.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1h horizon, seed 42. 시험 599개 시점 전체. 시각은 Europe/Rome. 대표 seed 42는 학습 전에 고정했으며 1h는 가장 짧은 예측 구간을 보여주기 위해 사용. 전체 horizon 결과는 부록과 별도 보고서에 보존. 선은 원본 예측값이며 평활화/재학습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전체 지역·기간 검증이 아니며 통계적 유의성을 주장하지 않는다. 사용자와 AI 보조를 통해 파이프라인 구현 및 결과 정리를 수행했다. 개인 기여 범위를 과장하거나 외부 경력·역할을 가정하지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세 seed의 평균±표본표준편차(ddof=1), 소수 셋째 자리 반올림. Persistence는 결정론적 단일 결과. R²는 높을수록, RMSE/MAE는 낮을수록 좋다.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근거: outputs/research_nov01_28/REPORT.md, metrics.csv, paired_differences.csv 및 outputs/nov01_28/quality.json. 데이터 출처: https://doi.org/10.7910/DVN/EGZHFV . 데이터 설명: https://www.nature.com/articles/sdata201555 .</a:t>
            </a:r>
          </a:p>
          <a:p xmlns:a="http://schemas.openxmlformats.org/drawingml/2006/main">
            <a:r>
              <a:t>실제 프로젝트 내 파일 경로를 제시했다. 공개 GitHub 주소는 아직 없으므로 링크나 QR을 임의로 만들지 않았다. 보고서: outputs/research_nov01_28/REPORT.md. 실제 코드 수정 내용은 EXPERIMENT_CHANGES.md. 검증 결과 result_audit.json에서 30개 예측 파일/5개 Persistence 재계산 및 동일 시험 시점 일치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e6c4ae6e9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ab529023cf4d0c" /><Relationship Type="http://schemas.openxmlformats.org/officeDocument/2006/relationships/slideLayout" Target="/ppt/slideLayouts/slideLayout1.xml" Id="R4674ded2d19640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74ded2d19640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3aaff80094269" /><Relationship Type="http://schemas.openxmlformats.org/officeDocument/2006/relationships/notesSlide" Target="/ppt/notesSlides/notesSlide1.xml" Id="R8035b30b979e45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0f7aeafec4720" /><Relationship Type="http://schemas.openxmlformats.org/officeDocument/2006/relationships/notesSlide" Target="/ppt/notesSlides/notesSlide2.xml" Id="R070d834a833b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fd783add54c97" /><Relationship Type="http://schemas.openxmlformats.org/officeDocument/2006/relationships/chart" Target="/ppt/slides/charts/chart1.xml" Id="R340d70f7571b4ee0" /><Relationship Type="http://schemas.openxmlformats.org/officeDocument/2006/relationships/notesSlide" Target="/ppt/notesSlides/notesSlide3.xml" Id="Rfe86ee7b76c44b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ac2f2e4164d35" /><Relationship Type="http://schemas.openxmlformats.org/officeDocument/2006/relationships/notesSlide" Target="/ppt/notesSlides/notesSlide4.xml" Id="Rdcc9f35bd7f6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0342266b445e9" /><Relationship Type="http://schemas.openxmlformats.org/officeDocument/2006/relationships/notesSlide" Target="/ppt/notesSlides/notesSlide5.xml" Id="Rba5d2b5c993c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16a11f2844a25" /><Relationship Type="http://schemas.openxmlformats.org/officeDocument/2006/relationships/chart" Target="/ppt/slides/charts/chart2.xml" Id="Ra84b21442f4a42e7" /><Relationship Type="http://schemas.openxmlformats.org/officeDocument/2006/relationships/notesSlide" Target="/ppt/notesSlides/notesSlide6.xml" Id="R506172712bb6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221fd3c6b4c49" /><Relationship Type="http://schemas.openxmlformats.org/officeDocument/2006/relationships/chart" Target="/ppt/slides/charts/chart3.xml" Id="Rd2c36203d36b4c82" /><Relationship Type="http://schemas.openxmlformats.org/officeDocument/2006/relationships/notesSlide" Target="/ppt/notesSlides/notesSlide7.xml" Id="Ra506c49ed53e41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1098784984456" /><Relationship Type="http://schemas.openxmlformats.org/officeDocument/2006/relationships/notesSlide" Target="/ppt/notesSlides/notesSlide8.xml" Id="Rc6b504657f6745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bd194dba0414b" /><Relationship Type="http://schemas.openxmlformats.org/officeDocument/2006/relationships/notesSlide" Target="/ppt/notesSlides/notesSlide9.xml" Id="R47a5600cae1040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db4a10bcc49b2" /><Relationship Type="http://schemas.openxmlformats.org/officeDocument/2006/relationships/notesSlide" Target="/ppt/notesSlides/notesSlide10.xml" Id="Rb4e1c75d68f841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Internet activity</c:v>
          </c:tx>
          <c:spPr>
            <a:ln xmlns:a="http://schemas.openxmlformats.org/drawingml/2006/main" w="9525">
              <a:solidFill>
                <a:srgbClr val="247BA0"/>
              </a:solidFill>
            </a:ln>
          </c:spPr>
          <c:marker>
            <c:symbol val="none"/>
          </c:marker>
          <c:cat>
            <c:strRef>
              <c:f>'Chart Data'!$A$2:$A$4033</c:f>
              <c:strCache>
                <c:ptCount val="4032"/>
                <c:pt idx="0">
                  <c:v>2013-11-01 00:00:00+01:00</c:v>
                </c:pt>
                <c:pt idx="1">
                  <c:v>2013-11-01 00:10:00+01:00</c:v>
                </c:pt>
                <c:pt idx="2">
                  <c:v>2013-11-01 00:20:00+01:00</c:v>
                </c:pt>
                <c:pt idx="3">
                  <c:v>2013-11-01 00:30:00+01:00</c:v>
                </c:pt>
                <c:pt idx="4">
                  <c:v>2013-11-01 00:40:00+01:00</c:v>
                </c:pt>
                <c:pt idx="5">
                  <c:v>2013-11-01 00:50:00+01:00</c:v>
                </c:pt>
                <c:pt idx="6">
                  <c:v>2013-11-01 01:00:00+01:00</c:v>
                </c:pt>
                <c:pt idx="7">
                  <c:v>2013-11-01 01:10:00+01:00</c:v>
                </c:pt>
                <c:pt idx="8">
                  <c:v>2013-11-01 01:20:00+01:00</c:v>
                </c:pt>
                <c:pt idx="9">
                  <c:v>2013-11-01 01:30:00+01:00</c:v>
                </c:pt>
                <c:pt idx="10">
                  <c:v>2013-11-01 01:40:00+01:00</c:v>
                </c:pt>
                <c:pt idx="11">
                  <c:v>2013-11-01 01:50:00+01:00</c:v>
                </c:pt>
                <c:pt idx="12">
                  <c:v>2013-11-01 02:00:00+01:00</c:v>
                </c:pt>
                <c:pt idx="13">
                  <c:v>2013-11-01 02:10:00+01:00</c:v>
                </c:pt>
                <c:pt idx="14">
                  <c:v>2013-11-01 02:20:00+01:00</c:v>
                </c:pt>
                <c:pt idx="15">
                  <c:v>2013-11-01 02:30:00+01:00</c:v>
                </c:pt>
                <c:pt idx="16">
                  <c:v>2013-11-01 02:40:00+01:00</c:v>
                </c:pt>
                <c:pt idx="17">
                  <c:v>2013-11-01 02:50:00+01:00</c:v>
                </c:pt>
                <c:pt idx="18">
                  <c:v>2013-11-01 03:00:00+01:00</c:v>
                </c:pt>
                <c:pt idx="19">
                  <c:v>2013-11-01 03:10:00+01:00</c:v>
                </c:pt>
                <c:pt idx="20">
                  <c:v>2013-11-01 03:20:00+01:00</c:v>
                </c:pt>
                <c:pt idx="21">
                  <c:v>2013-11-01 03:30:00+01:00</c:v>
                </c:pt>
                <c:pt idx="22">
                  <c:v>2013-11-01 03:40:00+01:00</c:v>
                </c:pt>
                <c:pt idx="23">
                  <c:v>2013-11-01 03:50:00+01:00</c:v>
                </c:pt>
                <c:pt idx="24">
                  <c:v>2013-11-01 04:00:00+01:00</c:v>
                </c:pt>
                <c:pt idx="25">
                  <c:v>2013-11-01 04:10:00+01:00</c:v>
                </c:pt>
                <c:pt idx="26">
                  <c:v>2013-11-01 04:20:00+01:00</c:v>
                </c:pt>
                <c:pt idx="27">
                  <c:v>2013-11-01 04:30:00+01:00</c:v>
                </c:pt>
                <c:pt idx="28">
                  <c:v>2013-11-01 04:40:00+01:00</c:v>
                </c:pt>
                <c:pt idx="29">
                  <c:v>2013-11-01 04:50:00+01:00</c:v>
                </c:pt>
                <c:pt idx="30">
                  <c:v>2013-11-01 05:00:00+01:00</c:v>
                </c:pt>
                <c:pt idx="31">
                  <c:v>2013-11-01 05:10:00+01:00</c:v>
                </c:pt>
                <c:pt idx="32">
                  <c:v>2013-11-01 05:20:00+01:00</c:v>
                </c:pt>
                <c:pt idx="33">
                  <c:v>2013-11-01 05:30:00+01:00</c:v>
                </c:pt>
                <c:pt idx="34">
                  <c:v>2013-11-01 05:40:00+01:00</c:v>
                </c:pt>
                <c:pt idx="35">
                  <c:v>2013-11-01 05:50:00+01:00</c:v>
                </c:pt>
                <c:pt idx="36">
                  <c:v>2013-11-01 06:00:00+01:00</c:v>
                </c:pt>
                <c:pt idx="37">
                  <c:v>2013-11-01 06:10:00+01:00</c:v>
                </c:pt>
                <c:pt idx="38">
                  <c:v>2013-11-01 06:20:00+01:00</c:v>
                </c:pt>
                <c:pt idx="39">
                  <c:v>2013-11-01 06:30:00+01:00</c:v>
                </c:pt>
                <c:pt idx="40">
                  <c:v>2013-11-01 06:40:00+01:00</c:v>
                </c:pt>
                <c:pt idx="41">
                  <c:v>2013-11-01 06:50:00+01:00</c:v>
                </c:pt>
                <c:pt idx="42">
                  <c:v>2013-11-01 07:00:00+01:00</c:v>
                </c:pt>
                <c:pt idx="43">
                  <c:v>2013-11-01 07:10:00+01:00</c:v>
                </c:pt>
                <c:pt idx="44">
                  <c:v>2013-11-01 07:20:00+01:00</c:v>
                </c:pt>
                <c:pt idx="45">
                  <c:v>2013-11-01 07:30:00+01:00</c:v>
                </c:pt>
                <c:pt idx="46">
                  <c:v>2013-11-01 07:40:00+01:00</c:v>
                </c:pt>
                <c:pt idx="47">
                  <c:v>2013-11-01 07:50:00+01:00</c:v>
                </c:pt>
                <c:pt idx="48">
                  <c:v>2013-11-01 08:00:00+01:00</c:v>
                </c:pt>
                <c:pt idx="49">
                  <c:v>2013-11-01 08:10:00+01:00</c:v>
                </c:pt>
                <c:pt idx="50">
                  <c:v>2013-11-01 08:20:00+01:00</c:v>
                </c:pt>
                <c:pt idx="51">
                  <c:v>2013-11-01 08:30:00+01:00</c:v>
                </c:pt>
                <c:pt idx="52">
                  <c:v>2013-11-01 08:40:00+01:00</c:v>
                </c:pt>
                <c:pt idx="53">
                  <c:v>2013-11-01 08:50:00+01:00</c:v>
                </c:pt>
                <c:pt idx="54">
                  <c:v>2013-11-01 09:00:00+01:00</c:v>
                </c:pt>
                <c:pt idx="55">
                  <c:v>2013-11-01 09:10:00+01:00</c:v>
                </c:pt>
                <c:pt idx="56">
                  <c:v>2013-11-01 09:20:00+01:00</c:v>
                </c:pt>
                <c:pt idx="57">
                  <c:v>2013-11-01 09:30:00+01:00</c:v>
                </c:pt>
                <c:pt idx="58">
                  <c:v>2013-11-01 09:40:00+01:00</c:v>
                </c:pt>
                <c:pt idx="59">
                  <c:v>2013-11-01 09:50:00+01:00</c:v>
                </c:pt>
                <c:pt idx="60">
                  <c:v>2013-11-01 10:00:00+01:00</c:v>
                </c:pt>
                <c:pt idx="61">
                  <c:v>2013-11-01 10:10:00+01:00</c:v>
                </c:pt>
                <c:pt idx="62">
                  <c:v>2013-11-01 10:20:00+01:00</c:v>
                </c:pt>
                <c:pt idx="63">
                  <c:v>2013-11-01 10:30:00+01:00</c:v>
                </c:pt>
                <c:pt idx="64">
                  <c:v>2013-11-01 10:40:00+01:00</c:v>
                </c:pt>
                <c:pt idx="65">
                  <c:v>2013-11-01 10:50:00+01:00</c:v>
                </c:pt>
                <c:pt idx="66">
                  <c:v>2013-11-01 11:00:00+01:00</c:v>
                </c:pt>
                <c:pt idx="67">
                  <c:v>2013-11-01 11:10:00+01:00</c:v>
                </c:pt>
                <c:pt idx="68">
                  <c:v>2013-11-01 11:20:00+01:00</c:v>
                </c:pt>
                <c:pt idx="69">
                  <c:v>2013-11-01 11:30:00+01:00</c:v>
                </c:pt>
                <c:pt idx="70">
                  <c:v>2013-11-01 11:40:00+01:00</c:v>
                </c:pt>
                <c:pt idx="71">
                  <c:v>2013-11-01 11:50:00+01:00</c:v>
                </c:pt>
                <c:pt idx="72">
                  <c:v>2013-11-01 12:00:00+01:00</c:v>
                </c:pt>
                <c:pt idx="73">
                  <c:v>2013-11-01 12:10:00+01:00</c:v>
                </c:pt>
                <c:pt idx="74">
                  <c:v>2013-11-01 12:20:00+01:00</c:v>
                </c:pt>
                <c:pt idx="75">
                  <c:v>2013-11-01 12:30:00+01:00</c:v>
                </c:pt>
                <c:pt idx="76">
                  <c:v>2013-11-01 12:40:00+01:00</c:v>
                </c:pt>
                <c:pt idx="77">
                  <c:v>2013-11-01 12:50:00+01:00</c:v>
                </c:pt>
                <c:pt idx="78">
                  <c:v>2013-11-01 13:00:00+01:00</c:v>
                </c:pt>
                <c:pt idx="79">
                  <c:v>2013-11-01 13:10:00+01:00</c:v>
                </c:pt>
                <c:pt idx="80">
                  <c:v>2013-11-01 13:20:00+01:00</c:v>
                </c:pt>
                <c:pt idx="81">
                  <c:v>2013-11-01 13:30:00+01:00</c:v>
                </c:pt>
                <c:pt idx="82">
                  <c:v>2013-11-01 13:40:00+01:00</c:v>
                </c:pt>
                <c:pt idx="83">
                  <c:v>2013-11-01 13:50:00+01:00</c:v>
                </c:pt>
                <c:pt idx="84">
                  <c:v>2013-11-01 14:00:00+01:00</c:v>
                </c:pt>
                <c:pt idx="85">
                  <c:v>2013-11-01 14:10:00+01:00</c:v>
                </c:pt>
                <c:pt idx="86">
                  <c:v>2013-11-01 14:20:00+01:00</c:v>
                </c:pt>
                <c:pt idx="87">
                  <c:v>2013-11-01 14:30:00+01:00</c:v>
                </c:pt>
                <c:pt idx="88">
                  <c:v>2013-11-01 14:40:00+01:00</c:v>
                </c:pt>
                <c:pt idx="89">
                  <c:v>2013-11-01 14:50:00+01:00</c:v>
                </c:pt>
                <c:pt idx="90">
                  <c:v>2013-11-01 15:00:00+01:00</c:v>
                </c:pt>
                <c:pt idx="91">
                  <c:v>2013-11-01 15:10:00+01:00</c:v>
                </c:pt>
                <c:pt idx="92">
                  <c:v>2013-11-01 15:20:00+01:00</c:v>
                </c:pt>
                <c:pt idx="93">
                  <c:v>2013-11-01 15:30:00+01:00</c:v>
                </c:pt>
                <c:pt idx="94">
                  <c:v>2013-11-01 15:40:00+01:00</c:v>
                </c:pt>
                <c:pt idx="95">
                  <c:v>2013-11-01 15:50:00+01:00</c:v>
                </c:pt>
                <c:pt idx="96">
                  <c:v>2013-11-01 16:00:00+01:00</c:v>
                </c:pt>
                <c:pt idx="97">
                  <c:v>2013-11-01 16:10:00+01:00</c:v>
                </c:pt>
                <c:pt idx="98">
                  <c:v>2013-11-01 16:20:00+01:00</c:v>
                </c:pt>
                <c:pt idx="99">
                  <c:v>2013-11-01 16:30:00+01:00</c:v>
                </c:pt>
                <c:pt idx="100">
                  <c:v>2013-11-01 16:40:00+01:00</c:v>
                </c:pt>
                <c:pt idx="101">
                  <c:v>2013-11-01 16:50:00+01:00</c:v>
                </c:pt>
                <c:pt idx="102">
                  <c:v>2013-11-01 17:00:00+01:00</c:v>
                </c:pt>
                <c:pt idx="103">
                  <c:v>2013-11-01 17:10:00+01:00</c:v>
                </c:pt>
                <c:pt idx="104">
                  <c:v>2013-11-01 17:20:00+01:00</c:v>
                </c:pt>
                <c:pt idx="105">
                  <c:v>2013-11-01 17:30:00+01:00</c:v>
                </c:pt>
                <c:pt idx="106">
                  <c:v>2013-11-01 17:40:00+01:00</c:v>
                </c:pt>
                <c:pt idx="107">
                  <c:v>2013-11-01 17:50:00+01:00</c:v>
                </c:pt>
                <c:pt idx="108">
                  <c:v>2013-11-01 18:00:00+01:00</c:v>
                </c:pt>
                <c:pt idx="109">
                  <c:v>2013-11-01 18:10:00+01:00</c:v>
                </c:pt>
                <c:pt idx="110">
                  <c:v>2013-11-01 18:20:00+01:00</c:v>
                </c:pt>
                <c:pt idx="111">
                  <c:v>2013-11-01 18:30:00+01:00</c:v>
                </c:pt>
                <c:pt idx="112">
                  <c:v>2013-11-01 18:40:00+01:00</c:v>
                </c:pt>
                <c:pt idx="113">
                  <c:v>2013-11-01 18:50:00+01:00</c:v>
                </c:pt>
                <c:pt idx="114">
                  <c:v>2013-11-01 19:00:00+01:00</c:v>
                </c:pt>
                <c:pt idx="115">
                  <c:v>2013-11-01 19:10:00+01:00</c:v>
                </c:pt>
                <c:pt idx="116">
                  <c:v>2013-11-01 19:20:00+01:00</c:v>
                </c:pt>
                <c:pt idx="117">
                  <c:v>2013-11-01 19:30:00+01:00</c:v>
                </c:pt>
                <c:pt idx="118">
                  <c:v>2013-11-01 19:40:00+01:00</c:v>
                </c:pt>
                <c:pt idx="119">
                  <c:v>2013-11-01 19:50:00+01:00</c:v>
                </c:pt>
                <c:pt idx="120">
                  <c:v>2013-11-01 20:00:00+01:00</c:v>
                </c:pt>
                <c:pt idx="121">
                  <c:v>2013-11-01 20:10:00+01:00</c:v>
                </c:pt>
                <c:pt idx="122">
                  <c:v>2013-11-01 20:20:00+01:00</c:v>
                </c:pt>
                <c:pt idx="123">
                  <c:v>2013-11-01 20:30:00+01:00</c:v>
                </c:pt>
                <c:pt idx="124">
                  <c:v>2013-11-01 20:40:00+01:00</c:v>
                </c:pt>
                <c:pt idx="125">
                  <c:v>2013-11-01 20:50:00+01:00</c:v>
                </c:pt>
                <c:pt idx="126">
                  <c:v>2013-11-01 21:00:00+01:00</c:v>
                </c:pt>
                <c:pt idx="127">
                  <c:v>2013-11-01 21:10:00+01:00</c:v>
                </c:pt>
                <c:pt idx="128">
                  <c:v>2013-11-01 21:20:00+01:00</c:v>
                </c:pt>
                <c:pt idx="129">
                  <c:v>2013-11-01 21:30:00+01:00</c:v>
                </c:pt>
                <c:pt idx="130">
                  <c:v>2013-11-01 21:40:00+01:00</c:v>
                </c:pt>
                <c:pt idx="131">
                  <c:v>2013-11-01 21:50:00+01:00</c:v>
                </c:pt>
                <c:pt idx="132">
                  <c:v>2013-11-01 22:00:00+01:00</c:v>
                </c:pt>
                <c:pt idx="133">
                  <c:v>2013-11-01 22:10:00+01:00</c:v>
                </c:pt>
                <c:pt idx="134">
                  <c:v>2013-11-01 22:20:00+01:00</c:v>
                </c:pt>
                <c:pt idx="135">
                  <c:v>2013-11-01 22:30:00+01:00</c:v>
                </c:pt>
                <c:pt idx="136">
                  <c:v>2013-11-01 22:40:00+01:00</c:v>
                </c:pt>
                <c:pt idx="137">
                  <c:v>2013-11-01 22:50:00+01:00</c:v>
                </c:pt>
                <c:pt idx="138">
                  <c:v>2013-11-01 23:00:00+01:00</c:v>
                </c:pt>
                <c:pt idx="139">
                  <c:v>2013-11-01 23:10:00+01:00</c:v>
                </c:pt>
                <c:pt idx="140">
                  <c:v>2013-11-01 23:20:00+01:00</c:v>
                </c:pt>
                <c:pt idx="141">
                  <c:v>2013-11-01 23:30:00+01:00</c:v>
                </c:pt>
                <c:pt idx="142">
                  <c:v>2013-11-01 23:40:00+01:00</c:v>
                </c:pt>
                <c:pt idx="143">
                  <c:v>2013-11-01 23:50:00+01:00</c:v>
                </c:pt>
                <c:pt idx="144">
                  <c:v>2013-11-02 00:00:00+01:00</c:v>
                </c:pt>
                <c:pt idx="145">
                  <c:v>2013-11-02 00:10:00+01:00</c:v>
                </c:pt>
                <c:pt idx="146">
                  <c:v>2013-11-02 00:20:00+01:00</c:v>
                </c:pt>
                <c:pt idx="147">
                  <c:v>2013-11-02 00:30:00+01:00</c:v>
                </c:pt>
                <c:pt idx="148">
                  <c:v>2013-11-02 00:40:00+01:00</c:v>
                </c:pt>
                <c:pt idx="149">
                  <c:v>2013-11-02 00:50:00+01:00</c:v>
                </c:pt>
                <c:pt idx="150">
                  <c:v>2013-11-02 01:00:00+01:00</c:v>
                </c:pt>
                <c:pt idx="151">
                  <c:v>2013-11-02 01:10:00+01:00</c:v>
                </c:pt>
                <c:pt idx="152">
                  <c:v>2013-11-02 01:20:00+01:00</c:v>
                </c:pt>
                <c:pt idx="153">
                  <c:v>2013-11-02 01:30:00+01:00</c:v>
                </c:pt>
                <c:pt idx="154">
                  <c:v>2013-11-02 01:40:00+01:00</c:v>
                </c:pt>
                <c:pt idx="155">
                  <c:v>2013-11-02 01:50:00+01:00</c:v>
                </c:pt>
                <c:pt idx="156">
                  <c:v>2013-11-02 02:00:00+01:00</c:v>
                </c:pt>
                <c:pt idx="157">
                  <c:v>2013-11-02 02:10:00+01:00</c:v>
                </c:pt>
                <c:pt idx="158">
                  <c:v>2013-11-02 02:20:00+01:00</c:v>
                </c:pt>
                <c:pt idx="159">
                  <c:v>2013-11-02 02:30:00+01:00</c:v>
                </c:pt>
                <c:pt idx="160">
                  <c:v>2013-11-02 02:40:00+01:00</c:v>
                </c:pt>
                <c:pt idx="161">
                  <c:v>2013-11-02 02:50:00+01:00</c:v>
                </c:pt>
                <c:pt idx="162">
                  <c:v>2013-11-02 03:00:00+01:00</c:v>
                </c:pt>
                <c:pt idx="163">
                  <c:v>2013-11-02 03:10:00+01:00</c:v>
                </c:pt>
                <c:pt idx="164">
                  <c:v>2013-11-02 03:20:00+01:00</c:v>
                </c:pt>
                <c:pt idx="165">
                  <c:v>2013-11-02 03:30:00+01:00</c:v>
                </c:pt>
                <c:pt idx="166">
                  <c:v>2013-11-02 03:40:00+01:00</c:v>
                </c:pt>
                <c:pt idx="167">
                  <c:v>2013-11-02 03:50:00+01:00</c:v>
                </c:pt>
                <c:pt idx="168">
                  <c:v>2013-11-02 04:00:00+01:00</c:v>
                </c:pt>
                <c:pt idx="169">
                  <c:v>2013-11-02 04:10:00+01:00</c:v>
                </c:pt>
                <c:pt idx="170">
                  <c:v>2013-11-02 04:20:00+01:00</c:v>
                </c:pt>
                <c:pt idx="171">
                  <c:v>2013-11-02 04:30:00+01:00</c:v>
                </c:pt>
                <c:pt idx="172">
                  <c:v>2013-11-02 04:40:00+01:00</c:v>
                </c:pt>
                <c:pt idx="173">
                  <c:v>2013-11-02 04:50:00+01:00</c:v>
                </c:pt>
                <c:pt idx="174">
                  <c:v>2013-11-02 05:00:00+01:00</c:v>
                </c:pt>
                <c:pt idx="175">
                  <c:v>2013-11-02 05:10:00+01:00</c:v>
                </c:pt>
                <c:pt idx="176">
                  <c:v>2013-11-02 05:20:00+01:00</c:v>
                </c:pt>
                <c:pt idx="177">
                  <c:v>2013-11-02 05:30:00+01:00</c:v>
                </c:pt>
                <c:pt idx="178">
                  <c:v>2013-11-02 05:40:00+01:00</c:v>
                </c:pt>
                <c:pt idx="179">
                  <c:v>2013-11-02 05:50:00+01:00</c:v>
                </c:pt>
                <c:pt idx="180">
                  <c:v>2013-11-02 06:00:00+01:00</c:v>
                </c:pt>
                <c:pt idx="181">
                  <c:v>2013-11-02 06:10:00+01:00</c:v>
                </c:pt>
                <c:pt idx="182">
                  <c:v>2013-11-02 06:20:00+01:00</c:v>
                </c:pt>
                <c:pt idx="183">
                  <c:v>2013-11-02 06:30:00+01:00</c:v>
                </c:pt>
                <c:pt idx="184">
                  <c:v>2013-11-02 06:40:00+01:00</c:v>
                </c:pt>
                <c:pt idx="185">
                  <c:v>2013-11-02 06:50:00+01:00</c:v>
                </c:pt>
                <c:pt idx="186">
                  <c:v>2013-11-02 07:00:00+01:00</c:v>
                </c:pt>
                <c:pt idx="187">
                  <c:v>2013-11-02 07:10:00+01:00</c:v>
                </c:pt>
                <c:pt idx="188">
                  <c:v>2013-11-02 07:20:00+01:00</c:v>
                </c:pt>
                <c:pt idx="189">
                  <c:v>2013-11-02 07:30:00+01:00</c:v>
                </c:pt>
                <c:pt idx="190">
                  <c:v>2013-11-02 07:40:00+01:00</c:v>
                </c:pt>
                <c:pt idx="191">
                  <c:v>2013-11-02 07:50:00+01:00</c:v>
                </c:pt>
                <c:pt idx="192">
                  <c:v>2013-11-02 08:00:00+01:00</c:v>
                </c:pt>
                <c:pt idx="193">
                  <c:v>2013-11-02 08:10:00+01:00</c:v>
                </c:pt>
                <c:pt idx="194">
                  <c:v>2013-11-02 08:20:00+01:00</c:v>
                </c:pt>
                <c:pt idx="195">
                  <c:v>2013-11-02 08:30:00+01:00</c:v>
                </c:pt>
                <c:pt idx="196">
                  <c:v>2013-11-02 08:40:00+01:00</c:v>
                </c:pt>
                <c:pt idx="197">
                  <c:v>2013-11-02 08:50:00+01:00</c:v>
                </c:pt>
                <c:pt idx="198">
                  <c:v>2013-11-02 09:00:00+01:00</c:v>
                </c:pt>
                <c:pt idx="199">
                  <c:v>2013-11-02 09:10:00+01:00</c:v>
                </c:pt>
                <c:pt idx="200">
                  <c:v>2013-11-02 09:20:00+01:00</c:v>
                </c:pt>
                <c:pt idx="201">
                  <c:v>2013-11-02 09:30:00+01:00</c:v>
                </c:pt>
                <c:pt idx="202">
                  <c:v>2013-11-02 09:40:00+01:00</c:v>
                </c:pt>
                <c:pt idx="203">
                  <c:v>2013-11-02 09:50:00+01:00</c:v>
                </c:pt>
                <c:pt idx="204">
                  <c:v>2013-11-02 10:00:00+01:00</c:v>
                </c:pt>
                <c:pt idx="205">
                  <c:v>2013-11-02 10:10:00+01:00</c:v>
                </c:pt>
                <c:pt idx="206">
                  <c:v>2013-11-02 10:20:00+01:00</c:v>
                </c:pt>
                <c:pt idx="207">
                  <c:v>2013-11-02 10:30:00+01:00</c:v>
                </c:pt>
                <c:pt idx="208">
                  <c:v>2013-11-02 10:40:00+01:00</c:v>
                </c:pt>
                <c:pt idx="209">
                  <c:v>2013-11-02 10:50:00+01:00</c:v>
                </c:pt>
                <c:pt idx="210">
                  <c:v>2013-11-02 11:00:00+01:00</c:v>
                </c:pt>
                <c:pt idx="211">
                  <c:v>2013-11-02 11:10:00+01:00</c:v>
                </c:pt>
                <c:pt idx="212">
                  <c:v>2013-11-02 11:20:00+01:00</c:v>
                </c:pt>
                <c:pt idx="213">
                  <c:v>2013-11-02 11:30:00+01:00</c:v>
                </c:pt>
                <c:pt idx="214">
                  <c:v>2013-11-02 11:40:00+01:00</c:v>
                </c:pt>
                <c:pt idx="215">
                  <c:v>2013-11-02 11:50:00+01:00</c:v>
                </c:pt>
                <c:pt idx="216">
                  <c:v>2013-11-02 12:00:00+01:00</c:v>
                </c:pt>
                <c:pt idx="217">
                  <c:v>2013-11-02 12:10:00+01:00</c:v>
                </c:pt>
                <c:pt idx="218">
                  <c:v>2013-11-02 12:20:00+01:00</c:v>
                </c:pt>
                <c:pt idx="219">
                  <c:v>2013-11-02 12:30:00+01:00</c:v>
                </c:pt>
                <c:pt idx="220">
                  <c:v>2013-11-02 12:40:00+01:00</c:v>
                </c:pt>
                <c:pt idx="221">
                  <c:v>2013-11-02 12:50:00+01:00</c:v>
                </c:pt>
                <c:pt idx="222">
                  <c:v>2013-11-02 13:00:00+01:00</c:v>
                </c:pt>
                <c:pt idx="223">
                  <c:v>2013-11-02 13:10:00+01:00</c:v>
                </c:pt>
                <c:pt idx="224">
                  <c:v>2013-11-02 13:20:00+01:00</c:v>
                </c:pt>
                <c:pt idx="225">
                  <c:v>2013-11-02 13:30:00+01:00</c:v>
                </c:pt>
                <c:pt idx="226">
                  <c:v>2013-11-02 13:40:00+01:00</c:v>
                </c:pt>
                <c:pt idx="227">
                  <c:v>2013-11-02 13:50:00+01:00</c:v>
                </c:pt>
                <c:pt idx="228">
                  <c:v>2013-11-02 14:00:00+01:00</c:v>
                </c:pt>
                <c:pt idx="229">
                  <c:v>2013-11-02 14:10:00+01:00</c:v>
                </c:pt>
                <c:pt idx="230">
                  <c:v>2013-11-02 14:20:00+01:00</c:v>
                </c:pt>
                <c:pt idx="231">
                  <c:v>2013-11-02 14:30:00+01:00</c:v>
                </c:pt>
                <c:pt idx="232">
                  <c:v>2013-11-02 14:40:00+01:00</c:v>
                </c:pt>
                <c:pt idx="233">
                  <c:v>2013-11-02 14:50:00+01:00</c:v>
                </c:pt>
                <c:pt idx="234">
                  <c:v>2013-11-02 15:00:00+01:00</c:v>
                </c:pt>
                <c:pt idx="235">
                  <c:v>2013-11-02 15:10:00+01:00</c:v>
                </c:pt>
                <c:pt idx="236">
                  <c:v>2013-11-02 15:20:00+01:00</c:v>
                </c:pt>
                <c:pt idx="237">
                  <c:v>2013-11-02 15:30:00+01:00</c:v>
                </c:pt>
                <c:pt idx="238">
                  <c:v>2013-11-02 15:40:00+01:00</c:v>
                </c:pt>
                <c:pt idx="239">
                  <c:v>2013-11-02 15:50:00+01:00</c:v>
                </c:pt>
                <c:pt idx="240">
                  <c:v>2013-11-02 16:00:00+01:00</c:v>
                </c:pt>
                <c:pt idx="241">
                  <c:v>2013-11-02 16:10:00+01:00</c:v>
                </c:pt>
                <c:pt idx="242">
                  <c:v>2013-11-02 16:20:00+01:00</c:v>
                </c:pt>
                <c:pt idx="243">
                  <c:v>2013-11-02 16:30:00+01:00</c:v>
                </c:pt>
                <c:pt idx="244">
                  <c:v>2013-11-02 16:40:00+01:00</c:v>
                </c:pt>
                <c:pt idx="245">
                  <c:v>2013-11-02 16:50:00+01:00</c:v>
                </c:pt>
                <c:pt idx="246">
                  <c:v>2013-11-02 17:00:00+01:00</c:v>
                </c:pt>
                <c:pt idx="247">
                  <c:v>2013-11-02 17:10:00+01:00</c:v>
                </c:pt>
                <c:pt idx="248">
                  <c:v>2013-11-02 17:20:00+01:00</c:v>
                </c:pt>
                <c:pt idx="249">
                  <c:v>2013-11-02 17:30:00+01:00</c:v>
                </c:pt>
                <c:pt idx="250">
                  <c:v>2013-11-02 17:40:00+01:00</c:v>
                </c:pt>
                <c:pt idx="251">
                  <c:v>2013-11-02 17:50:00+01:00</c:v>
                </c:pt>
                <c:pt idx="252">
                  <c:v>2013-11-02 18:00:00+01:00</c:v>
                </c:pt>
                <c:pt idx="253">
                  <c:v>2013-11-02 18:10:00+01:00</c:v>
                </c:pt>
                <c:pt idx="254">
                  <c:v>2013-11-02 18:20:00+01:00</c:v>
                </c:pt>
                <c:pt idx="255">
                  <c:v>2013-11-02 18:30:00+01:00</c:v>
                </c:pt>
                <c:pt idx="256">
                  <c:v>2013-11-02 18:40:00+01:00</c:v>
                </c:pt>
                <c:pt idx="257">
                  <c:v>2013-11-02 18:50:00+01:00</c:v>
                </c:pt>
                <c:pt idx="258">
                  <c:v>2013-11-02 19:00:00+01:00</c:v>
                </c:pt>
                <c:pt idx="259">
                  <c:v>2013-11-02 19:10:00+01:00</c:v>
                </c:pt>
                <c:pt idx="260">
                  <c:v>2013-11-02 19:20:00+01:00</c:v>
                </c:pt>
                <c:pt idx="261">
                  <c:v>2013-11-02 19:30:00+01:00</c:v>
                </c:pt>
                <c:pt idx="262">
                  <c:v>2013-11-02 19:40:00+01:00</c:v>
                </c:pt>
                <c:pt idx="263">
                  <c:v>2013-11-02 19:50:00+01:00</c:v>
                </c:pt>
                <c:pt idx="264">
                  <c:v>2013-11-02 20:00:00+01:00</c:v>
                </c:pt>
                <c:pt idx="265">
                  <c:v>2013-11-02 20:10:00+01:00</c:v>
                </c:pt>
                <c:pt idx="266">
                  <c:v>2013-11-02 20:20:00+01:00</c:v>
                </c:pt>
                <c:pt idx="267">
                  <c:v>2013-11-02 20:30:00+01:00</c:v>
                </c:pt>
                <c:pt idx="268">
                  <c:v>2013-11-02 20:40:00+01:00</c:v>
                </c:pt>
                <c:pt idx="269">
                  <c:v>2013-11-02 20:50:00+01:00</c:v>
                </c:pt>
                <c:pt idx="270">
                  <c:v>2013-11-02 21:00:00+01:00</c:v>
                </c:pt>
                <c:pt idx="271">
                  <c:v>2013-11-02 21:10:00+01:00</c:v>
                </c:pt>
                <c:pt idx="272">
                  <c:v>2013-11-02 21:20:00+01:00</c:v>
                </c:pt>
                <c:pt idx="273">
                  <c:v>2013-11-02 21:30:00+01:00</c:v>
                </c:pt>
                <c:pt idx="274">
                  <c:v>2013-11-02 21:40:00+01:00</c:v>
                </c:pt>
                <c:pt idx="275">
                  <c:v>2013-11-02 21:50:00+01:00</c:v>
                </c:pt>
                <c:pt idx="276">
                  <c:v>2013-11-02 22:00:00+01:00</c:v>
                </c:pt>
                <c:pt idx="277">
                  <c:v>2013-11-02 22:10:00+01:00</c:v>
                </c:pt>
                <c:pt idx="278">
                  <c:v>2013-11-02 22:20:00+01:00</c:v>
                </c:pt>
                <c:pt idx="279">
                  <c:v>2013-11-02 22:30:00+01:00</c:v>
                </c:pt>
                <c:pt idx="280">
                  <c:v>2013-11-02 22:40:00+01:00</c:v>
                </c:pt>
                <c:pt idx="281">
                  <c:v>2013-11-02 22:50:00+01:00</c:v>
                </c:pt>
                <c:pt idx="282">
                  <c:v>2013-11-02 23:00:00+01:00</c:v>
                </c:pt>
                <c:pt idx="283">
                  <c:v>2013-11-02 23:10:00+01:00</c:v>
                </c:pt>
                <c:pt idx="284">
                  <c:v>2013-11-02 23:20:00+01:00</c:v>
                </c:pt>
                <c:pt idx="285">
                  <c:v>2013-11-02 23:30:00+01:00</c:v>
                </c:pt>
                <c:pt idx="286">
                  <c:v>2013-11-02 23:40:00+01:00</c:v>
                </c:pt>
                <c:pt idx="287">
                  <c:v>2013-11-02 23:50:00+01:00</c:v>
                </c:pt>
                <c:pt idx="288">
                  <c:v>2013-11-03 00:00:00+01:00</c:v>
                </c:pt>
                <c:pt idx="289">
                  <c:v>2013-11-03 00:10:00+01:00</c:v>
                </c:pt>
                <c:pt idx="290">
                  <c:v>2013-11-03 00:20:00+01:00</c:v>
                </c:pt>
                <c:pt idx="291">
                  <c:v>2013-11-03 00:30:00+01:00</c:v>
                </c:pt>
                <c:pt idx="292">
                  <c:v>2013-11-03 00:40:00+01:00</c:v>
                </c:pt>
                <c:pt idx="293">
                  <c:v>2013-11-03 00:50:00+01:00</c:v>
                </c:pt>
                <c:pt idx="294">
                  <c:v>2013-11-03 01:00:00+01:00</c:v>
                </c:pt>
                <c:pt idx="295">
                  <c:v>2013-11-03 01:10:00+01:00</c:v>
                </c:pt>
                <c:pt idx="296">
                  <c:v>2013-11-03 01:20:00+01:00</c:v>
                </c:pt>
                <c:pt idx="297">
                  <c:v>2013-11-03 01:30:00+01:00</c:v>
                </c:pt>
                <c:pt idx="298">
                  <c:v>2013-11-03 01:40:00+01:00</c:v>
                </c:pt>
                <c:pt idx="299">
                  <c:v>2013-11-03 01:50:00+01:00</c:v>
                </c:pt>
                <c:pt idx="300">
                  <c:v>2013-11-03 02:00:00+01:00</c:v>
                </c:pt>
                <c:pt idx="301">
                  <c:v>2013-11-03 02:10:00+01:00</c:v>
                </c:pt>
                <c:pt idx="302">
                  <c:v>2013-11-03 02:20:00+01:00</c:v>
                </c:pt>
                <c:pt idx="303">
                  <c:v>2013-11-03 02:30:00+01:00</c:v>
                </c:pt>
                <c:pt idx="304">
                  <c:v>2013-11-03 02:40:00+01:00</c:v>
                </c:pt>
                <c:pt idx="305">
                  <c:v>2013-11-03 02:50:00+01:00</c:v>
                </c:pt>
                <c:pt idx="306">
                  <c:v>2013-11-03 03:00:00+01:00</c:v>
                </c:pt>
                <c:pt idx="307">
                  <c:v>2013-11-03 03:10:00+01:00</c:v>
                </c:pt>
                <c:pt idx="308">
                  <c:v>2013-11-03 03:20:00+01:00</c:v>
                </c:pt>
                <c:pt idx="309">
                  <c:v>2013-11-03 03:30:00+01:00</c:v>
                </c:pt>
                <c:pt idx="310">
                  <c:v>2013-11-03 03:40:00+01:00</c:v>
                </c:pt>
                <c:pt idx="311">
                  <c:v>2013-11-03 03:50:00+01:00</c:v>
                </c:pt>
                <c:pt idx="312">
                  <c:v>2013-11-03 04:00:00+01:00</c:v>
                </c:pt>
                <c:pt idx="313">
                  <c:v>2013-11-03 04:10:00+01:00</c:v>
                </c:pt>
                <c:pt idx="314">
                  <c:v>2013-11-03 04:20:00+01:00</c:v>
                </c:pt>
                <c:pt idx="315">
                  <c:v>2013-11-03 04:30:00+01:00</c:v>
                </c:pt>
                <c:pt idx="316">
                  <c:v>2013-11-03 04:40:00+01:00</c:v>
                </c:pt>
                <c:pt idx="317">
                  <c:v>2013-11-03 04:50:00+01:00</c:v>
                </c:pt>
                <c:pt idx="318">
                  <c:v>2013-11-03 05:00:00+01:00</c:v>
                </c:pt>
                <c:pt idx="319">
                  <c:v>2013-11-03 05:10:00+01:00</c:v>
                </c:pt>
                <c:pt idx="320">
                  <c:v>2013-11-03 05:20:00+01:00</c:v>
                </c:pt>
                <c:pt idx="321">
                  <c:v>2013-11-03 05:30:00+01:00</c:v>
                </c:pt>
                <c:pt idx="322">
                  <c:v>2013-11-03 05:40:00+01:00</c:v>
                </c:pt>
                <c:pt idx="323">
                  <c:v>2013-11-03 05:50:00+01:00</c:v>
                </c:pt>
                <c:pt idx="324">
                  <c:v>2013-11-03 06:00:00+01:00</c:v>
                </c:pt>
                <c:pt idx="325">
                  <c:v>2013-11-03 06:10:00+01:00</c:v>
                </c:pt>
                <c:pt idx="326">
                  <c:v>2013-11-03 06:20:00+01:00</c:v>
                </c:pt>
                <c:pt idx="327">
                  <c:v>2013-11-03 06:30:00+01:00</c:v>
                </c:pt>
                <c:pt idx="328">
                  <c:v>2013-11-03 06:40:00+01:00</c:v>
                </c:pt>
                <c:pt idx="329">
                  <c:v>2013-11-03 06:50:00+01:00</c:v>
                </c:pt>
                <c:pt idx="330">
                  <c:v>2013-11-03 07:00:00+01:00</c:v>
                </c:pt>
                <c:pt idx="331">
                  <c:v>2013-11-03 07:10:00+01:00</c:v>
                </c:pt>
                <c:pt idx="332">
                  <c:v>2013-11-03 07:20:00+01:00</c:v>
                </c:pt>
                <c:pt idx="333">
                  <c:v>2013-11-03 07:30:00+01:00</c:v>
                </c:pt>
                <c:pt idx="334">
                  <c:v>2013-11-03 07:40:00+01:00</c:v>
                </c:pt>
                <c:pt idx="335">
                  <c:v>2013-11-03 07:50:00+01:00</c:v>
                </c:pt>
                <c:pt idx="336">
                  <c:v>2013-11-03 08:00:00+01:00</c:v>
                </c:pt>
                <c:pt idx="337">
                  <c:v>2013-11-03 08:10:00+01:00</c:v>
                </c:pt>
                <c:pt idx="338">
                  <c:v>2013-11-03 08:20:00+01:00</c:v>
                </c:pt>
                <c:pt idx="339">
                  <c:v>2013-11-03 08:30:00+01:00</c:v>
                </c:pt>
                <c:pt idx="340">
                  <c:v>2013-11-03 08:40:00+01:00</c:v>
                </c:pt>
                <c:pt idx="341">
                  <c:v>2013-11-03 08:50:00+01:00</c:v>
                </c:pt>
                <c:pt idx="342">
                  <c:v>2013-11-03 09:00:00+01:00</c:v>
                </c:pt>
                <c:pt idx="343">
                  <c:v>2013-11-03 09:10:00+01:00</c:v>
                </c:pt>
                <c:pt idx="344">
                  <c:v>2013-11-03 09:20:00+01:00</c:v>
                </c:pt>
                <c:pt idx="345">
                  <c:v>2013-11-03 09:30:00+01:00</c:v>
                </c:pt>
                <c:pt idx="346">
                  <c:v>2013-11-03 09:40:00+01:00</c:v>
                </c:pt>
                <c:pt idx="347">
                  <c:v>2013-11-03 09:50:00+01:00</c:v>
                </c:pt>
                <c:pt idx="348">
                  <c:v>2013-11-03 10:00:00+01:00</c:v>
                </c:pt>
                <c:pt idx="349">
                  <c:v>2013-11-03 10:10:00+01:00</c:v>
                </c:pt>
                <c:pt idx="350">
                  <c:v>2013-11-03 10:20:00+01:00</c:v>
                </c:pt>
                <c:pt idx="351">
                  <c:v>2013-11-03 10:30:00+01:00</c:v>
                </c:pt>
                <c:pt idx="352">
                  <c:v>2013-11-03 10:40:00+01:00</c:v>
                </c:pt>
                <c:pt idx="353">
                  <c:v>2013-11-03 10:50:00+01:00</c:v>
                </c:pt>
                <c:pt idx="354">
                  <c:v>2013-11-03 11:00:00+01:00</c:v>
                </c:pt>
                <c:pt idx="355">
                  <c:v>2013-11-03 11:10:00+01:00</c:v>
                </c:pt>
                <c:pt idx="356">
                  <c:v>2013-11-03 11:20:00+01:00</c:v>
                </c:pt>
                <c:pt idx="357">
                  <c:v>2013-11-03 11:30:00+01:00</c:v>
                </c:pt>
                <c:pt idx="358">
                  <c:v>2013-11-03 11:40:00+01:00</c:v>
                </c:pt>
                <c:pt idx="359">
                  <c:v>2013-11-03 11:50:00+01:00</c:v>
                </c:pt>
                <c:pt idx="360">
                  <c:v>2013-11-03 12:00:00+01:00</c:v>
                </c:pt>
                <c:pt idx="361">
                  <c:v>2013-11-03 12:10:00+01:00</c:v>
                </c:pt>
                <c:pt idx="362">
                  <c:v>2013-11-03 12:20:00+01:00</c:v>
                </c:pt>
                <c:pt idx="363">
                  <c:v>2013-11-03 12:30:00+01:00</c:v>
                </c:pt>
                <c:pt idx="364">
                  <c:v>2013-11-03 12:40:00+01:00</c:v>
                </c:pt>
                <c:pt idx="365">
                  <c:v>2013-11-03 12:50:00+01:00</c:v>
                </c:pt>
                <c:pt idx="366">
                  <c:v>2013-11-03 13:00:00+01:00</c:v>
                </c:pt>
                <c:pt idx="367">
                  <c:v>2013-11-03 13:10:00+01:00</c:v>
                </c:pt>
                <c:pt idx="368">
                  <c:v>2013-11-03 13:20:00+01:00</c:v>
                </c:pt>
                <c:pt idx="369">
                  <c:v>2013-11-03 13:30:00+01:00</c:v>
                </c:pt>
                <c:pt idx="370">
                  <c:v>2013-11-03 13:40:00+01:00</c:v>
                </c:pt>
                <c:pt idx="371">
                  <c:v>2013-11-03 13:50:00+01:00</c:v>
                </c:pt>
                <c:pt idx="372">
                  <c:v>2013-11-03 14:00:00+01:00</c:v>
                </c:pt>
                <c:pt idx="373">
                  <c:v>2013-11-03 14:10:00+01:00</c:v>
                </c:pt>
                <c:pt idx="374">
                  <c:v>2013-11-03 14:20:00+01:00</c:v>
                </c:pt>
                <c:pt idx="375">
                  <c:v>2013-11-03 14:30:00+01:00</c:v>
                </c:pt>
                <c:pt idx="376">
                  <c:v>2013-11-03 14:40:00+01:00</c:v>
                </c:pt>
                <c:pt idx="377">
                  <c:v>2013-11-03 14:50:00+01:00</c:v>
                </c:pt>
                <c:pt idx="378">
                  <c:v>2013-11-03 15:00:00+01:00</c:v>
                </c:pt>
                <c:pt idx="379">
                  <c:v>2013-11-03 15:10:00+01:00</c:v>
                </c:pt>
                <c:pt idx="380">
                  <c:v>2013-11-03 15:20:00+01:00</c:v>
                </c:pt>
                <c:pt idx="381">
                  <c:v>2013-11-03 15:30:00+01:00</c:v>
                </c:pt>
                <c:pt idx="382">
                  <c:v>2013-11-03 15:40:00+01:00</c:v>
                </c:pt>
                <c:pt idx="383">
                  <c:v>2013-11-03 15:50:00+01:00</c:v>
                </c:pt>
                <c:pt idx="384">
                  <c:v>2013-11-03 16:00:00+01:00</c:v>
                </c:pt>
                <c:pt idx="385">
                  <c:v>2013-11-03 16:10:00+01:00</c:v>
                </c:pt>
                <c:pt idx="386">
                  <c:v>2013-11-03 16:20:00+01:00</c:v>
                </c:pt>
                <c:pt idx="387">
                  <c:v>2013-11-03 16:30:00+01:00</c:v>
                </c:pt>
                <c:pt idx="388">
                  <c:v>2013-11-03 16:40:00+01:00</c:v>
                </c:pt>
                <c:pt idx="389">
                  <c:v>2013-11-03 16:50:00+01:00</c:v>
                </c:pt>
                <c:pt idx="390">
                  <c:v>2013-11-03 17:00:00+01:00</c:v>
                </c:pt>
                <c:pt idx="391">
                  <c:v>2013-11-03 17:10:00+01:00</c:v>
                </c:pt>
                <c:pt idx="392">
                  <c:v>2013-11-03 17:20:00+01:00</c:v>
                </c:pt>
                <c:pt idx="393">
                  <c:v>2013-11-03 17:30:00+01:00</c:v>
                </c:pt>
                <c:pt idx="394">
                  <c:v>2013-11-03 17:40:00+01:00</c:v>
                </c:pt>
                <c:pt idx="395">
                  <c:v>2013-11-03 17:50:00+01:00</c:v>
                </c:pt>
                <c:pt idx="396">
                  <c:v>2013-11-03 18:00:00+01:00</c:v>
                </c:pt>
                <c:pt idx="397">
                  <c:v>2013-11-03 18:10:00+01:00</c:v>
                </c:pt>
                <c:pt idx="398">
                  <c:v>2013-11-03 18:20:00+01:00</c:v>
                </c:pt>
                <c:pt idx="399">
                  <c:v>2013-11-03 18:30:00+01:00</c:v>
                </c:pt>
                <c:pt idx="400">
                  <c:v>2013-11-03 18:40:00+01:00</c:v>
                </c:pt>
                <c:pt idx="401">
                  <c:v>2013-11-03 18:50:00+01:00</c:v>
                </c:pt>
                <c:pt idx="402">
                  <c:v>2013-11-03 19:00:00+01:00</c:v>
                </c:pt>
                <c:pt idx="403">
                  <c:v>2013-11-03 19:10:00+01:00</c:v>
                </c:pt>
                <c:pt idx="404">
                  <c:v>2013-11-03 19:20:00+01:00</c:v>
                </c:pt>
                <c:pt idx="405">
                  <c:v>2013-11-03 19:30:00+01:00</c:v>
                </c:pt>
                <c:pt idx="406">
                  <c:v>2013-11-03 19:40:00+01:00</c:v>
                </c:pt>
                <c:pt idx="407">
                  <c:v>2013-11-03 19:50:00+01:00</c:v>
                </c:pt>
                <c:pt idx="408">
                  <c:v>2013-11-03 20:00:00+01:00</c:v>
                </c:pt>
                <c:pt idx="409">
                  <c:v>2013-11-03 20:10:00+01:00</c:v>
                </c:pt>
                <c:pt idx="410">
                  <c:v>2013-11-03 20:20:00+01:00</c:v>
                </c:pt>
                <c:pt idx="411">
                  <c:v>2013-11-03 20:30:00+01:00</c:v>
                </c:pt>
                <c:pt idx="412">
                  <c:v>2013-11-03 20:40:00+01:00</c:v>
                </c:pt>
                <c:pt idx="413">
                  <c:v>2013-11-03 20:50:00+01:00</c:v>
                </c:pt>
                <c:pt idx="414">
                  <c:v>2013-11-03 21:00:00+01:00</c:v>
                </c:pt>
                <c:pt idx="415">
                  <c:v>2013-11-03 21:10:00+01:00</c:v>
                </c:pt>
                <c:pt idx="416">
                  <c:v>2013-11-03 21:20:00+01:00</c:v>
                </c:pt>
                <c:pt idx="417">
                  <c:v>2013-11-03 21:30:00+01:00</c:v>
                </c:pt>
                <c:pt idx="418">
                  <c:v>2013-11-03 21:40:00+01:00</c:v>
                </c:pt>
                <c:pt idx="419">
                  <c:v>2013-11-03 21:50:00+01:00</c:v>
                </c:pt>
                <c:pt idx="420">
                  <c:v>2013-11-03 22:00:00+01:00</c:v>
                </c:pt>
                <c:pt idx="421">
                  <c:v>2013-11-03 22:10:00+01:00</c:v>
                </c:pt>
                <c:pt idx="422">
                  <c:v>2013-11-03 22:20:00+01:00</c:v>
                </c:pt>
                <c:pt idx="423">
                  <c:v>2013-11-03 22:30:00+01:00</c:v>
                </c:pt>
                <c:pt idx="424">
                  <c:v>2013-11-03 22:40:00+01:00</c:v>
                </c:pt>
                <c:pt idx="425">
                  <c:v>2013-11-03 22:50:00+01:00</c:v>
                </c:pt>
                <c:pt idx="426">
                  <c:v>2013-11-03 23:00:00+01:00</c:v>
                </c:pt>
                <c:pt idx="427">
                  <c:v>2013-11-03 23:10:00+01:00</c:v>
                </c:pt>
                <c:pt idx="428">
                  <c:v>2013-11-03 23:20:00+01:00</c:v>
                </c:pt>
                <c:pt idx="429">
                  <c:v>2013-11-03 23:30:00+01:00</c:v>
                </c:pt>
                <c:pt idx="430">
                  <c:v>2013-11-03 23:40:00+01:00</c:v>
                </c:pt>
                <c:pt idx="431">
                  <c:v>2013-11-03 23:50:00+01:00</c:v>
                </c:pt>
                <c:pt idx="432">
                  <c:v>2013-11-04 00:00:00+01:00</c:v>
                </c:pt>
                <c:pt idx="433">
                  <c:v>2013-11-04 00:10:00+01:00</c:v>
                </c:pt>
                <c:pt idx="434">
                  <c:v>2013-11-04 00:20:00+01:00</c:v>
                </c:pt>
                <c:pt idx="435">
                  <c:v>2013-11-04 00:30:00+01:00</c:v>
                </c:pt>
                <c:pt idx="436">
                  <c:v>2013-11-04 00:40:00+01:00</c:v>
                </c:pt>
                <c:pt idx="437">
                  <c:v>2013-11-04 00:50:00+01:00</c:v>
                </c:pt>
                <c:pt idx="438">
                  <c:v>2013-11-04 01:00:00+01:00</c:v>
                </c:pt>
                <c:pt idx="439">
                  <c:v>2013-11-04 01:10:00+01:00</c:v>
                </c:pt>
                <c:pt idx="440">
                  <c:v>2013-11-04 01:20:00+01:00</c:v>
                </c:pt>
                <c:pt idx="441">
                  <c:v>2013-11-04 01:30:00+01:00</c:v>
                </c:pt>
                <c:pt idx="442">
                  <c:v>2013-11-04 01:40:00+01:00</c:v>
                </c:pt>
                <c:pt idx="443">
                  <c:v>2013-11-04 01:50:00+01:00</c:v>
                </c:pt>
                <c:pt idx="444">
                  <c:v>2013-11-04 02:00:00+01:00</c:v>
                </c:pt>
                <c:pt idx="445">
                  <c:v>2013-11-04 02:10:00+01:00</c:v>
                </c:pt>
                <c:pt idx="446">
                  <c:v>2013-11-04 02:20:00+01:00</c:v>
                </c:pt>
                <c:pt idx="447">
                  <c:v>2013-11-04 02:30:00+01:00</c:v>
                </c:pt>
                <c:pt idx="448">
                  <c:v>2013-11-04 02:40:00+01:00</c:v>
                </c:pt>
                <c:pt idx="449">
                  <c:v>2013-11-04 02:50:00+01:00</c:v>
                </c:pt>
                <c:pt idx="450">
                  <c:v>2013-11-04 03:00:00+01:00</c:v>
                </c:pt>
                <c:pt idx="451">
                  <c:v>2013-11-04 03:10:00+01:00</c:v>
                </c:pt>
                <c:pt idx="452">
                  <c:v>2013-11-04 03:20:00+01:00</c:v>
                </c:pt>
                <c:pt idx="453">
                  <c:v>2013-11-04 03:30:00+01:00</c:v>
                </c:pt>
                <c:pt idx="454">
                  <c:v>2013-11-04 03:40:00+01:00</c:v>
                </c:pt>
                <c:pt idx="455">
                  <c:v>2013-11-04 03:50:00+01:00</c:v>
                </c:pt>
                <c:pt idx="456">
                  <c:v>2013-11-04 04:00:00+01:00</c:v>
                </c:pt>
                <c:pt idx="457">
                  <c:v>2013-11-04 04:10:00+01:00</c:v>
                </c:pt>
                <c:pt idx="458">
                  <c:v>2013-11-04 04:20:00+01:00</c:v>
                </c:pt>
                <c:pt idx="459">
                  <c:v>2013-11-04 04:30:00+01:00</c:v>
                </c:pt>
                <c:pt idx="460">
                  <c:v>2013-11-04 04:40:00+01:00</c:v>
                </c:pt>
                <c:pt idx="461">
                  <c:v>2013-11-04 04:50:00+01:00</c:v>
                </c:pt>
                <c:pt idx="462">
                  <c:v>2013-11-04 05:00:00+01:00</c:v>
                </c:pt>
                <c:pt idx="463">
                  <c:v>2013-11-04 05:10:00+01:00</c:v>
                </c:pt>
                <c:pt idx="464">
                  <c:v>2013-11-04 05:20:00+01:00</c:v>
                </c:pt>
                <c:pt idx="465">
                  <c:v>2013-11-04 05:30:00+01:00</c:v>
                </c:pt>
                <c:pt idx="466">
                  <c:v>2013-11-04 05:40:00+01:00</c:v>
                </c:pt>
                <c:pt idx="467">
                  <c:v>2013-11-04 05:50:00+01:00</c:v>
                </c:pt>
                <c:pt idx="468">
                  <c:v>2013-11-04 06:00:00+01:00</c:v>
                </c:pt>
                <c:pt idx="469">
                  <c:v>2013-11-04 06:10:00+01:00</c:v>
                </c:pt>
                <c:pt idx="470">
                  <c:v>2013-11-04 06:20:00+01:00</c:v>
                </c:pt>
                <c:pt idx="471">
                  <c:v>2013-11-04 06:30:00+01:00</c:v>
                </c:pt>
                <c:pt idx="472">
                  <c:v>2013-11-04 06:40:00+01:00</c:v>
                </c:pt>
                <c:pt idx="473">
                  <c:v>2013-11-04 06:50:00+01:00</c:v>
                </c:pt>
                <c:pt idx="474">
                  <c:v>2013-11-04 07:00:00+01:00</c:v>
                </c:pt>
                <c:pt idx="475">
                  <c:v>2013-11-04 07:10:00+01:00</c:v>
                </c:pt>
                <c:pt idx="476">
                  <c:v>2013-11-04 07:20:00+01:00</c:v>
                </c:pt>
                <c:pt idx="477">
                  <c:v>2013-11-04 07:30:00+01:00</c:v>
                </c:pt>
                <c:pt idx="478">
                  <c:v>2013-11-04 07:40:00+01:00</c:v>
                </c:pt>
                <c:pt idx="479">
                  <c:v>2013-11-04 07:50:00+01:00</c:v>
                </c:pt>
                <c:pt idx="480">
                  <c:v>2013-11-04 08:00:00+01:00</c:v>
                </c:pt>
                <c:pt idx="481">
                  <c:v>2013-11-04 08:10:00+01:00</c:v>
                </c:pt>
                <c:pt idx="482">
                  <c:v>2013-11-04 08:20:00+01:00</c:v>
                </c:pt>
                <c:pt idx="483">
                  <c:v>2013-11-04 08:30:00+01:00</c:v>
                </c:pt>
                <c:pt idx="484">
                  <c:v>2013-11-04 08:40:00+01:00</c:v>
                </c:pt>
                <c:pt idx="485">
                  <c:v>2013-11-04 08:50:00+01:00</c:v>
                </c:pt>
                <c:pt idx="486">
                  <c:v>2013-11-04 09:00:00+01:00</c:v>
                </c:pt>
                <c:pt idx="487">
                  <c:v>2013-11-04 09:10:00+01:00</c:v>
                </c:pt>
                <c:pt idx="488">
                  <c:v>2013-11-04 09:20:00+01:00</c:v>
                </c:pt>
                <c:pt idx="489">
                  <c:v>2013-11-04 09:30:00+01:00</c:v>
                </c:pt>
                <c:pt idx="490">
                  <c:v>2013-11-04 09:40:00+01:00</c:v>
                </c:pt>
                <c:pt idx="491">
                  <c:v>2013-11-04 09:50:00+01:00</c:v>
                </c:pt>
                <c:pt idx="492">
                  <c:v>2013-11-04 10:00:00+01:00</c:v>
                </c:pt>
                <c:pt idx="493">
                  <c:v>2013-11-04 10:10:00+01:00</c:v>
                </c:pt>
                <c:pt idx="494">
                  <c:v>2013-11-04 10:20:00+01:00</c:v>
                </c:pt>
                <c:pt idx="495">
                  <c:v>2013-11-04 10:30:00+01:00</c:v>
                </c:pt>
                <c:pt idx="496">
                  <c:v>2013-11-04 10:40:00+01:00</c:v>
                </c:pt>
                <c:pt idx="497">
                  <c:v>2013-11-04 10:50:00+01:00</c:v>
                </c:pt>
                <c:pt idx="498">
                  <c:v>2013-11-04 11:00:00+01:00</c:v>
                </c:pt>
                <c:pt idx="499">
                  <c:v>2013-11-04 11:10:00+01:00</c:v>
                </c:pt>
                <c:pt idx="500">
                  <c:v>2013-11-04 11:20:00+01:00</c:v>
                </c:pt>
                <c:pt idx="501">
                  <c:v>2013-11-04 11:30:00+01:00</c:v>
                </c:pt>
                <c:pt idx="502">
                  <c:v>2013-11-04 11:40:00+01:00</c:v>
                </c:pt>
                <c:pt idx="503">
                  <c:v>2013-11-04 11:50:00+01:00</c:v>
                </c:pt>
                <c:pt idx="504">
                  <c:v>2013-11-04 12:00:00+01:00</c:v>
                </c:pt>
                <c:pt idx="505">
                  <c:v>2013-11-04 12:10:00+01:00</c:v>
                </c:pt>
                <c:pt idx="506">
                  <c:v>2013-11-04 12:20:00+01:00</c:v>
                </c:pt>
                <c:pt idx="507">
                  <c:v>2013-11-04 12:30:00+01:00</c:v>
                </c:pt>
                <c:pt idx="508">
                  <c:v>2013-11-04 12:40:00+01:00</c:v>
                </c:pt>
                <c:pt idx="509">
                  <c:v>2013-11-04 12:50:00+01:00</c:v>
                </c:pt>
                <c:pt idx="510">
                  <c:v>2013-11-04 13:00:00+01:00</c:v>
                </c:pt>
                <c:pt idx="511">
                  <c:v>2013-11-04 13:10:00+01:00</c:v>
                </c:pt>
                <c:pt idx="512">
                  <c:v>2013-11-04 13:20:00+01:00</c:v>
                </c:pt>
                <c:pt idx="513">
                  <c:v>2013-11-04 13:30:00+01:00</c:v>
                </c:pt>
                <c:pt idx="514">
                  <c:v>2013-11-04 13:40:00+01:00</c:v>
                </c:pt>
                <c:pt idx="515">
                  <c:v>2013-11-04 13:50:00+01:00</c:v>
                </c:pt>
                <c:pt idx="516">
                  <c:v>2013-11-04 14:00:00+01:00</c:v>
                </c:pt>
                <c:pt idx="517">
                  <c:v>2013-11-04 14:10:00+01:00</c:v>
                </c:pt>
                <c:pt idx="518">
                  <c:v>2013-11-04 14:20:00+01:00</c:v>
                </c:pt>
                <c:pt idx="519">
                  <c:v>2013-11-04 14:30:00+01:00</c:v>
                </c:pt>
                <c:pt idx="520">
                  <c:v>2013-11-04 14:40:00+01:00</c:v>
                </c:pt>
                <c:pt idx="521">
                  <c:v>2013-11-04 14:50:00+01:00</c:v>
                </c:pt>
                <c:pt idx="522">
                  <c:v>2013-11-04 15:00:00+01:00</c:v>
                </c:pt>
                <c:pt idx="523">
                  <c:v>2013-11-04 15:10:00+01:00</c:v>
                </c:pt>
                <c:pt idx="524">
                  <c:v>2013-11-04 15:20:00+01:00</c:v>
                </c:pt>
                <c:pt idx="525">
                  <c:v>2013-11-04 15:30:00+01:00</c:v>
                </c:pt>
                <c:pt idx="526">
                  <c:v>2013-11-04 15:40:00+01:00</c:v>
                </c:pt>
                <c:pt idx="527">
                  <c:v>2013-11-04 15:50:00+01:00</c:v>
                </c:pt>
                <c:pt idx="528">
                  <c:v>2013-11-04 16:00:00+01:00</c:v>
                </c:pt>
                <c:pt idx="529">
                  <c:v>2013-11-04 16:10:00+01:00</c:v>
                </c:pt>
                <c:pt idx="530">
                  <c:v>2013-11-04 16:20:00+01:00</c:v>
                </c:pt>
                <c:pt idx="531">
                  <c:v>2013-11-04 16:30:00+01:00</c:v>
                </c:pt>
                <c:pt idx="532">
                  <c:v>2013-11-04 16:40:00+01:00</c:v>
                </c:pt>
                <c:pt idx="533">
                  <c:v>2013-11-04 16:50:00+01:00</c:v>
                </c:pt>
                <c:pt idx="534">
                  <c:v>2013-11-04 17:00:00+01:00</c:v>
                </c:pt>
                <c:pt idx="535">
                  <c:v>2013-11-04 17:10:00+01:00</c:v>
                </c:pt>
                <c:pt idx="536">
                  <c:v>2013-11-04 17:20:00+01:00</c:v>
                </c:pt>
                <c:pt idx="537">
                  <c:v>2013-11-04 17:30:00+01:00</c:v>
                </c:pt>
                <c:pt idx="538">
                  <c:v>2013-11-04 17:40:00+01:00</c:v>
                </c:pt>
                <c:pt idx="539">
                  <c:v>2013-11-04 17:50:00+01:00</c:v>
                </c:pt>
                <c:pt idx="540">
                  <c:v>2013-11-04 18:00:00+01:00</c:v>
                </c:pt>
                <c:pt idx="541">
                  <c:v>2013-11-04 18:10:00+01:00</c:v>
                </c:pt>
                <c:pt idx="542">
                  <c:v>2013-11-04 18:20:00+01:00</c:v>
                </c:pt>
                <c:pt idx="543">
                  <c:v>2013-11-04 18:30:00+01:00</c:v>
                </c:pt>
                <c:pt idx="544">
                  <c:v>2013-11-04 18:40:00+01:00</c:v>
                </c:pt>
                <c:pt idx="545">
                  <c:v>2013-11-04 18:50:00+01:00</c:v>
                </c:pt>
                <c:pt idx="546">
                  <c:v>2013-11-04 19:00:00+01:00</c:v>
                </c:pt>
                <c:pt idx="547">
                  <c:v>2013-11-04 19:10:00+01:00</c:v>
                </c:pt>
                <c:pt idx="548">
                  <c:v>2013-11-04 19:20:00+01:00</c:v>
                </c:pt>
                <c:pt idx="549">
                  <c:v>2013-11-04 19:30:00+01:00</c:v>
                </c:pt>
                <c:pt idx="550">
                  <c:v>2013-11-04 19:40:00+01:00</c:v>
                </c:pt>
                <c:pt idx="551">
                  <c:v>2013-11-04 19:50:00+01:00</c:v>
                </c:pt>
                <c:pt idx="552">
                  <c:v>2013-11-04 20:00:00+01:00</c:v>
                </c:pt>
                <c:pt idx="553">
                  <c:v>2013-11-04 20:10:00+01:00</c:v>
                </c:pt>
                <c:pt idx="554">
                  <c:v>2013-11-04 20:20:00+01:00</c:v>
                </c:pt>
                <c:pt idx="555">
                  <c:v>2013-11-04 20:30:00+01:00</c:v>
                </c:pt>
                <c:pt idx="556">
                  <c:v>2013-11-04 20:40:00+01:00</c:v>
                </c:pt>
                <c:pt idx="557">
                  <c:v>2013-11-04 20:50:00+01:00</c:v>
                </c:pt>
                <c:pt idx="558">
                  <c:v>2013-11-04 21:00:00+01:00</c:v>
                </c:pt>
                <c:pt idx="559">
                  <c:v>2013-11-04 21:10:00+01:00</c:v>
                </c:pt>
                <c:pt idx="560">
                  <c:v>2013-11-04 21:20:00+01:00</c:v>
                </c:pt>
                <c:pt idx="561">
                  <c:v>2013-11-04 21:30:00+01:00</c:v>
                </c:pt>
                <c:pt idx="562">
                  <c:v>2013-11-04 21:40:00+01:00</c:v>
                </c:pt>
                <c:pt idx="563">
                  <c:v>2013-11-04 21:50:00+01:00</c:v>
                </c:pt>
                <c:pt idx="564">
                  <c:v>2013-11-04 22:00:00+01:00</c:v>
                </c:pt>
                <c:pt idx="565">
                  <c:v>2013-11-04 22:10:00+01:00</c:v>
                </c:pt>
                <c:pt idx="566">
                  <c:v>2013-11-04 22:20:00+01:00</c:v>
                </c:pt>
                <c:pt idx="567">
                  <c:v>2013-11-04 22:30:00+01:00</c:v>
                </c:pt>
                <c:pt idx="568">
                  <c:v>2013-11-04 22:40:00+01:00</c:v>
                </c:pt>
                <c:pt idx="569">
                  <c:v>2013-11-04 22:50:00+01:00</c:v>
                </c:pt>
                <c:pt idx="570">
                  <c:v>2013-11-04 23:00:00+01:00</c:v>
                </c:pt>
                <c:pt idx="571">
                  <c:v>2013-11-04 23:10:00+01:00</c:v>
                </c:pt>
                <c:pt idx="572">
                  <c:v>2013-11-04 23:20:00+01:00</c:v>
                </c:pt>
                <c:pt idx="573">
                  <c:v>2013-11-04 23:30:00+01:00</c:v>
                </c:pt>
                <c:pt idx="574">
                  <c:v>2013-11-04 23:40:00+01:00</c:v>
                </c:pt>
                <c:pt idx="575">
                  <c:v>2013-11-04 23:50:00+01:00</c:v>
                </c:pt>
                <c:pt idx="576">
                  <c:v>2013-11-05 00:00:00+01:00</c:v>
                </c:pt>
                <c:pt idx="577">
                  <c:v>2013-11-05 00:10:00+01:00</c:v>
                </c:pt>
                <c:pt idx="578">
                  <c:v>2013-11-05 00:20:00+01:00</c:v>
                </c:pt>
                <c:pt idx="579">
                  <c:v>2013-11-05 00:30:00+01:00</c:v>
                </c:pt>
                <c:pt idx="580">
                  <c:v>2013-11-05 00:40:00+01:00</c:v>
                </c:pt>
                <c:pt idx="581">
                  <c:v>2013-11-05 00:50:00+01:00</c:v>
                </c:pt>
                <c:pt idx="582">
                  <c:v>2013-11-05 01:00:00+01:00</c:v>
                </c:pt>
                <c:pt idx="583">
                  <c:v>2013-11-05 01:10:00+01:00</c:v>
                </c:pt>
                <c:pt idx="584">
                  <c:v>2013-11-05 01:20:00+01:00</c:v>
                </c:pt>
                <c:pt idx="585">
                  <c:v>2013-11-05 01:30:00+01:00</c:v>
                </c:pt>
                <c:pt idx="586">
                  <c:v>2013-11-05 01:40:00+01:00</c:v>
                </c:pt>
                <c:pt idx="587">
                  <c:v>2013-11-05 01:50:00+01:00</c:v>
                </c:pt>
                <c:pt idx="588">
                  <c:v>2013-11-05 02:00:00+01:00</c:v>
                </c:pt>
                <c:pt idx="589">
                  <c:v>2013-11-05 02:10:00+01:00</c:v>
                </c:pt>
                <c:pt idx="590">
                  <c:v>2013-11-05 02:20:00+01:00</c:v>
                </c:pt>
                <c:pt idx="591">
                  <c:v>2013-11-05 02:30:00+01:00</c:v>
                </c:pt>
                <c:pt idx="592">
                  <c:v>2013-11-05 02:40:00+01:00</c:v>
                </c:pt>
                <c:pt idx="593">
                  <c:v>2013-11-05 02:50:00+01:00</c:v>
                </c:pt>
                <c:pt idx="594">
                  <c:v>2013-11-05 03:00:00+01:00</c:v>
                </c:pt>
                <c:pt idx="595">
                  <c:v>2013-11-05 03:10:00+01:00</c:v>
                </c:pt>
                <c:pt idx="596">
                  <c:v>2013-11-05 03:20:00+01:00</c:v>
                </c:pt>
                <c:pt idx="597">
                  <c:v>2013-11-05 03:30:00+01:00</c:v>
                </c:pt>
                <c:pt idx="598">
                  <c:v>2013-11-05 03:40:00+01:00</c:v>
                </c:pt>
                <c:pt idx="599">
                  <c:v>2013-11-05 03:50:00+01:00</c:v>
                </c:pt>
                <c:pt idx="600">
                  <c:v>2013-11-05 04:00:00+01:00</c:v>
                </c:pt>
                <c:pt idx="601">
                  <c:v>2013-11-05 04:10:00+01:00</c:v>
                </c:pt>
                <c:pt idx="602">
                  <c:v>2013-11-05 04:20:00+01:00</c:v>
                </c:pt>
                <c:pt idx="603">
                  <c:v>2013-11-05 04:30:00+01:00</c:v>
                </c:pt>
                <c:pt idx="604">
                  <c:v>2013-11-05 04:40:00+01:00</c:v>
                </c:pt>
                <c:pt idx="605">
                  <c:v>2013-11-05 04:50:00+01:00</c:v>
                </c:pt>
                <c:pt idx="606">
                  <c:v>2013-11-05 05:00:00+01:00</c:v>
                </c:pt>
                <c:pt idx="607">
                  <c:v>2013-11-05 05:10:00+01:00</c:v>
                </c:pt>
                <c:pt idx="608">
                  <c:v>2013-11-05 05:20:00+01:00</c:v>
                </c:pt>
                <c:pt idx="609">
                  <c:v>2013-11-05 05:30:00+01:00</c:v>
                </c:pt>
                <c:pt idx="610">
                  <c:v>2013-11-05 05:40:00+01:00</c:v>
                </c:pt>
                <c:pt idx="611">
                  <c:v>2013-11-05 05:50:00+01:00</c:v>
                </c:pt>
                <c:pt idx="612">
                  <c:v>2013-11-05 06:00:00+01:00</c:v>
                </c:pt>
                <c:pt idx="613">
                  <c:v>2013-11-05 06:10:00+01:00</c:v>
                </c:pt>
                <c:pt idx="614">
                  <c:v>2013-11-05 06:20:00+01:00</c:v>
                </c:pt>
                <c:pt idx="615">
                  <c:v>2013-11-05 06:30:00+01:00</c:v>
                </c:pt>
                <c:pt idx="616">
                  <c:v>2013-11-05 06:40:00+01:00</c:v>
                </c:pt>
                <c:pt idx="617">
                  <c:v>2013-11-05 06:50:00+01:00</c:v>
                </c:pt>
                <c:pt idx="618">
                  <c:v>2013-11-05 07:00:00+01:00</c:v>
                </c:pt>
                <c:pt idx="619">
                  <c:v>2013-11-05 07:10:00+01:00</c:v>
                </c:pt>
                <c:pt idx="620">
                  <c:v>2013-11-05 07:20:00+01:00</c:v>
                </c:pt>
                <c:pt idx="621">
                  <c:v>2013-11-05 07:30:00+01:00</c:v>
                </c:pt>
                <c:pt idx="622">
                  <c:v>2013-11-05 07:40:00+01:00</c:v>
                </c:pt>
                <c:pt idx="623">
                  <c:v>2013-11-05 07:50:00+01:00</c:v>
                </c:pt>
                <c:pt idx="624">
                  <c:v>2013-11-05 08:00:00+01:00</c:v>
                </c:pt>
                <c:pt idx="625">
                  <c:v>2013-11-05 08:10:00+01:00</c:v>
                </c:pt>
                <c:pt idx="626">
                  <c:v>2013-11-05 08:20:00+01:00</c:v>
                </c:pt>
                <c:pt idx="627">
                  <c:v>2013-11-05 08:30:00+01:00</c:v>
                </c:pt>
                <c:pt idx="628">
                  <c:v>2013-11-05 08:40:00+01:00</c:v>
                </c:pt>
                <c:pt idx="629">
                  <c:v>2013-11-05 08:50:00+01:00</c:v>
                </c:pt>
                <c:pt idx="630">
                  <c:v>2013-11-05 09:00:00+01:00</c:v>
                </c:pt>
                <c:pt idx="631">
                  <c:v>2013-11-05 09:10:00+01:00</c:v>
                </c:pt>
                <c:pt idx="632">
                  <c:v>2013-11-05 09:20:00+01:00</c:v>
                </c:pt>
                <c:pt idx="633">
                  <c:v>2013-11-05 09:30:00+01:00</c:v>
                </c:pt>
                <c:pt idx="634">
                  <c:v>2013-11-05 09:40:00+01:00</c:v>
                </c:pt>
                <c:pt idx="635">
                  <c:v>2013-11-05 09:50:00+01:00</c:v>
                </c:pt>
                <c:pt idx="636">
                  <c:v>2013-11-05 10:00:00+01:00</c:v>
                </c:pt>
                <c:pt idx="637">
                  <c:v>2013-11-05 10:10:00+01:00</c:v>
                </c:pt>
                <c:pt idx="638">
                  <c:v>2013-11-05 10:20:00+01:00</c:v>
                </c:pt>
                <c:pt idx="639">
                  <c:v>2013-11-05 10:30:00+01:00</c:v>
                </c:pt>
                <c:pt idx="640">
                  <c:v>2013-11-05 10:40:00+01:00</c:v>
                </c:pt>
                <c:pt idx="641">
                  <c:v>2013-11-05 10:50:00+01:00</c:v>
                </c:pt>
                <c:pt idx="642">
                  <c:v>2013-11-05 11:00:00+01:00</c:v>
                </c:pt>
                <c:pt idx="643">
                  <c:v>2013-11-05 11:10:00+01:00</c:v>
                </c:pt>
                <c:pt idx="644">
                  <c:v>2013-11-05 11:20:00+01:00</c:v>
                </c:pt>
                <c:pt idx="645">
                  <c:v>2013-11-05 11:30:00+01:00</c:v>
                </c:pt>
                <c:pt idx="646">
                  <c:v>2013-11-05 11:40:00+01:00</c:v>
                </c:pt>
                <c:pt idx="647">
                  <c:v>2013-11-05 11:50:00+01:00</c:v>
                </c:pt>
                <c:pt idx="648">
                  <c:v>2013-11-05 12:00:00+01:00</c:v>
                </c:pt>
                <c:pt idx="649">
                  <c:v>2013-11-05 12:10:00+01:00</c:v>
                </c:pt>
                <c:pt idx="650">
                  <c:v>2013-11-05 12:20:00+01:00</c:v>
                </c:pt>
                <c:pt idx="651">
                  <c:v>2013-11-05 12:30:00+01:00</c:v>
                </c:pt>
                <c:pt idx="652">
                  <c:v>2013-11-05 12:40:00+01:00</c:v>
                </c:pt>
                <c:pt idx="653">
                  <c:v>2013-11-05 12:50:00+01:00</c:v>
                </c:pt>
                <c:pt idx="654">
                  <c:v>2013-11-05 13:00:00+01:00</c:v>
                </c:pt>
                <c:pt idx="655">
                  <c:v>2013-11-05 13:10:00+01:00</c:v>
                </c:pt>
                <c:pt idx="656">
                  <c:v>2013-11-05 13:20:00+01:00</c:v>
                </c:pt>
                <c:pt idx="657">
                  <c:v>2013-11-05 13:30:00+01:00</c:v>
                </c:pt>
                <c:pt idx="658">
                  <c:v>2013-11-05 13:40:00+01:00</c:v>
                </c:pt>
                <c:pt idx="659">
                  <c:v>2013-11-05 13:50:00+01:00</c:v>
                </c:pt>
                <c:pt idx="660">
                  <c:v>2013-11-05 14:00:00+01:00</c:v>
                </c:pt>
                <c:pt idx="661">
                  <c:v>2013-11-05 14:10:00+01:00</c:v>
                </c:pt>
                <c:pt idx="662">
                  <c:v>2013-11-05 14:20:00+01:00</c:v>
                </c:pt>
                <c:pt idx="663">
                  <c:v>2013-11-05 14:30:00+01:00</c:v>
                </c:pt>
                <c:pt idx="664">
                  <c:v>2013-11-05 14:40:00+01:00</c:v>
                </c:pt>
                <c:pt idx="665">
                  <c:v>2013-11-05 14:50:00+01:00</c:v>
                </c:pt>
                <c:pt idx="666">
                  <c:v>2013-11-05 15:00:00+01:00</c:v>
                </c:pt>
                <c:pt idx="667">
                  <c:v>2013-11-05 15:10:00+01:00</c:v>
                </c:pt>
                <c:pt idx="668">
                  <c:v>2013-11-05 15:20:00+01:00</c:v>
                </c:pt>
                <c:pt idx="669">
                  <c:v>2013-11-05 15:30:00+01:00</c:v>
                </c:pt>
                <c:pt idx="670">
                  <c:v>2013-11-05 15:40:00+01:00</c:v>
                </c:pt>
                <c:pt idx="671">
                  <c:v>2013-11-05 15:50:00+01:00</c:v>
                </c:pt>
                <c:pt idx="672">
                  <c:v>2013-11-05 16:00:00+01:00</c:v>
                </c:pt>
                <c:pt idx="673">
                  <c:v>2013-11-05 16:10:00+01:00</c:v>
                </c:pt>
                <c:pt idx="674">
                  <c:v>2013-11-05 16:20:00+01:00</c:v>
                </c:pt>
                <c:pt idx="675">
                  <c:v>2013-11-05 16:30:00+01:00</c:v>
                </c:pt>
                <c:pt idx="676">
                  <c:v>2013-11-05 16:40:00+01:00</c:v>
                </c:pt>
                <c:pt idx="677">
                  <c:v>2013-11-05 16:50:00+01:00</c:v>
                </c:pt>
                <c:pt idx="678">
                  <c:v>2013-11-05 17:00:00+01:00</c:v>
                </c:pt>
                <c:pt idx="679">
                  <c:v>2013-11-05 17:10:00+01:00</c:v>
                </c:pt>
                <c:pt idx="680">
                  <c:v>2013-11-05 17:20:00+01:00</c:v>
                </c:pt>
                <c:pt idx="681">
                  <c:v>2013-11-05 17:30:00+01:00</c:v>
                </c:pt>
                <c:pt idx="682">
                  <c:v>2013-11-05 17:40:00+01:00</c:v>
                </c:pt>
                <c:pt idx="683">
                  <c:v>2013-11-05 17:50:00+01:00</c:v>
                </c:pt>
                <c:pt idx="684">
                  <c:v>2013-11-05 18:00:00+01:00</c:v>
                </c:pt>
                <c:pt idx="685">
                  <c:v>2013-11-05 18:10:00+01:00</c:v>
                </c:pt>
                <c:pt idx="686">
                  <c:v>2013-11-05 18:20:00+01:00</c:v>
                </c:pt>
                <c:pt idx="687">
                  <c:v>2013-11-05 18:30:00+01:00</c:v>
                </c:pt>
                <c:pt idx="688">
                  <c:v>2013-11-05 18:40:00+01:00</c:v>
                </c:pt>
                <c:pt idx="689">
                  <c:v>2013-11-05 18:50:00+01:00</c:v>
                </c:pt>
                <c:pt idx="690">
                  <c:v>2013-11-05 19:00:00+01:00</c:v>
                </c:pt>
                <c:pt idx="691">
                  <c:v>2013-11-05 19:10:00+01:00</c:v>
                </c:pt>
                <c:pt idx="692">
                  <c:v>2013-11-05 19:20:00+01:00</c:v>
                </c:pt>
                <c:pt idx="693">
                  <c:v>2013-11-05 19:30:00+01:00</c:v>
                </c:pt>
                <c:pt idx="694">
                  <c:v>2013-11-05 19:40:00+01:00</c:v>
                </c:pt>
                <c:pt idx="695">
                  <c:v>2013-11-05 19:50:00+01:00</c:v>
                </c:pt>
                <c:pt idx="696">
                  <c:v>2013-11-05 20:00:00+01:00</c:v>
                </c:pt>
                <c:pt idx="697">
                  <c:v>2013-11-05 20:10:00+01:00</c:v>
                </c:pt>
                <c:pt idx="698">
                  <c:v>2013-11-05 20:20:00+01:00</c:v>
                </c:pt>
                <c:pt idx="699">
                  <c:v>2013-11-05 20:30:00+01:00</c:v>
                </c:pt>
                <c:pt idx="700">
                  <c:v>2013-11-05 20:40:00+01:00</c:v>
                </c:pt>
                <c:pt idx="701">
                  <c:v>2013-11-05 20:50:00+01:00</c:v>
                </c:pt>
                <c:pt idx="702">
                  <c:v>2013-11-05 21:00:00+01:00</c:v>
                </c:pt>
                <c:pt idx="703">
                  <c:v>2013-11-05 21:10:00+01:00</c:v>
                </c:pt>
                <c:pt idx="704">
                  <c:v>2013-11-05 21:20:00+01:00</c:v>
                </c:pt>
                <c:pt idx="705">
                  <c:v>2013-11-05 21:30:00+01:00</c:v>
                </c:pt>
                <c:pt idx="706">
                  <c:v>2013-11-05 21:40:00+01:00</c:v>
                </c:pt>
                <c:pt idx="707">
                  <c:v>2013-11-05 21:50:00+01:00</c:v>
                </c:pt>
                <c:pt idx="708">
                  <c:v>2013-11-05 22:00:00+01:00</c:v>
                </c:pt>
                <c:pt idx="709">
                  <c:v>2013-11-05 22:10:00+01:00</c:v>
                </c:pt>
                <c:pt idx="710">
                  <c:v>2013-11-05 22:20:00+01:00</c:v>
                </c:pt>
                <c:pt idx="711">
                  <c:v>2013-11-05 22:30:00+01:00</c:v>
                </c:pt>
                <c:pt idx="712">
                  <c:v>2013-11-05 22:40:00+01:00</c:v>
                </c:pt>
                <c:pt idx="713">
                  <c:v>2013-11-05 22:50:00+01:00</c:v>
                </c:pt>
                <c:pt idx="714">
                  <c:v>2013-11-05 23:00:00+01:00</c:v>
                </c:pt>
                <c:pt idx="715">
                  <c:v>2013-11-05 23:10:00+01:00</c:v>
                </c:pt>
                <c:pt idx="716">
                  <c:v>2013-11-05 23:20:00+01:00</c:v>
                </c:pt>
                <c:pt idx="717">
                  <c:v>2013-11-05 23:30:00+01:00</c:v>
                </c:pt>
                <c:pt idx="718">
                  <c:v>2013-11-05 23:40:00+01:00</c:v>
                </c:pt>
                <c:pt idx="719">
                  <c:v>2013-11-05 23:50:00+01:00</c:v>
                </c:pt>
                <c:pt idx="720">
                  <c:v>2013-11-06 00:00:00+01:00</c:v>
                </c:pt>
                <c:pt idx="721">
                  <c:v>2013-11-06 00:10:00+01:00</c:v>
                </c:pt>
                <c:pt idx="722">
                  <c:v>2013-11-06 00:20:00+01:00</c:v>
                </c:pt>
                <c:pt idx="723">
                  <c:v>2013-11-06 00:30:00+01:00</c:v>
                </c:pt>
                <c:pt idx="724">
                  <c:v>2013-11-06 00:40:00+01:00</c:v>
                </c:pt>
                <c:pt idx="725">
                  <c:v>2013-11-06 00:50:00+01:00</c:v>
                </c:pt>
                <c:pt idx="726">
                  <c:v>2013-11-06 01:00:00+01:00</c:v>
                </c:pt>
                <c:pt idx="727">
                  <c:v>2013-11-06 01:10:00+01:00</c:v>
                </c:pt>
                <c:pt idx="728">
                  <c:v>2013-11-06 01:20:00+01:00</c:v>
                </c:pt>
                <c:pt idx="729">
                  <c:v>2013-11-06 01:30:00+01:00</c:v>
                </c:pt>
                <c:pt idx="730">
                  <c:v>2013-11-06 01:40:00+01:00</c:v>
                </c:pt>
                <c:pt idx="731">
                  <c:v>2013-11-06 01:50:00+01:00</c:v>
                </c:pt>
                <c:pt idx="732">
                  <c:v>2013-11-06 02:00:00+01:00</c:v>
                </c:pt>
                <c:pt idx="733">
                  <c:v>2013-11-06 02:10:00+01:00</c:v>
                </c:pt>
                <c:pt idx="734">
                  <c:v>2013-11-06 02:20:00+01:00</c:v>
                </c:pt>
                <c:pt idx="735">
                  <c:v>2013-11-06 02:30:00+01:00</c:v>
                </c:pt>
                <c:pt idx="736">
                  <c:v>2013-11-06 02:40:00+01:00</c:v>
                </c:pt>
                <c:pt idx="737">
                  <c:v>2013-11-06 02:50:00+01:00</c:v>
                </c:pt>
                <c:pt idx="738">
                  <c:v>2013-11-06 03:00:00+01:00</c:v>
                </c:pt>
                <c:pt idx="739">
                  <c:v>2013-11-06 03:10:00+01:00</c:v>
                </c:pt>
                <c:pt idx="740">
                  <c:v>2013-11-06 03:20:00+01:00</c:v>
                </c:pt>
                <c:pt idx="741">
                  <c:v>2013-11-06 03:30:00+01:00</c:v>
                </c:pt>
                <c:pt idx="742">
                  <c:v>2013-11-06 03:40:00+01:00</c:v>
                </c:pt>
                <c:pt idx="743">
                  <c:v>2013-11-06 03:50:00+01:00</c:v>
                </c:pt>
                <c:pt idx="744">
                  <c:v>2013-11-06 04:00:00+01:00</c:v>
                </c:pt>
                <c:pt idx="745">
                  <c:v>2013-11-06 04:10:00+01:00</c:v>
                </c:pt>
                <c:pt idx="746">
                  <c:v>2013-11-06 04:20:00+01:00</c:v>
                </c:pt>
                <c:pt idx="747">
                  <c:v>2013-11-06 04:30:00+01:00</c:v>
                </c:pt>
                <c:pt idx="748">
                  <c:v>2013-11-06 04:40:00+01:00</c:v>
                </c:pt>
                <c:pt idx="749">
                  <c:v>2013-11-06 04:50:00+01:00</c:v>
                </c:pt>
                <c:pt idx="750">
                  <c:v>2013-11-06 05:00:00+01:00</c:v>
                </c:pt>
                <c:pt idx="751">
                  <c:v>2013-11-06 05:10:00+01:00</c:v>
                </c:pt>
                <c:pt idx="752">
                  <c:v>2013-11-06 05:20:00+01:00</c:v>
                </c:pt>
                <c:pt idx="753">
                  <c:v>2013-11-06 05:30:00+01:00</c:v>
                </c:pt>
                <c:pt idx="754">
                  <c:v>2013-11-06 05:40:00+01:00</c:v>
                </c:pt>
                <c:pt idx="755">
                  <c:v>2013-11-06 05:50:00+01:00</c:v>
                </c:pt>
                <c:pt idx="756">
                  <c:v>2013-11-06 06:00:00+01:00</c:v>
                </c:pt>
                <c:pt idx="757">
                  <c:v>2013-11-06 06:10:00+01:00</c:v>
                </c:pt>
                <c:pt idx="758">
                  <c:v>2013-11-06 06:20:00+01:00</c:v>
                </c:pt>
                <c:pt idx="759">
                  <c:v>2013-11-06 06:30:00+01:00</c:v>
                </c:pt>
                <c:pt idx="760">
                  <c:v>2013-11-06 06:40:00+01:00</c:v>
                </c:pt>
                <c:pt idx="761">
                  <c:v>2013-11-06 06:50:00+01:00</c:v>
                </c:pt>
                <c:pt idx="762">
                  <c:v>2013-11-06 07:00:00+01:00</c:v>
                </c:pt>
                <c:pt idx="763">
                  <c:v>2013-11-06 07:10:00+01:00</c:v>
                </c:pt>
                <c:pt idx="764">
                  <c:v>2013-11-06 07:20:00+01:00</c:v>
                </c:pt>
                <c:pt idx="765">
                  <c:v>2013-11-06 07:30:00+01:00</c:v>
                </c:pt>
                <c:pt idx="766">
                  <c:v>2013-11-06 07:40:00+01:00</c:v>
                </c:pt>
                <c:pt idx="767">
                  <c:v>2013-11-06 07:50:00+01:00</c:v>
                </c:pt>
                <c:pt idx="768">
                  <c:v>2013-11-06 08:00:00+01:00</c:v>
                </c:pt>
                <c:pt idx="769">
                  <c:v>2013-11-06 08:10:00+01:00</c:v>
                </c:pt>
                <c:pt idx="770">
                  <c:v>2013-11-06 08:20:00+01:00</c:v>
                </c:pt>
                <c:pt idx="771">
                  <c:v>2013-11-06 08:30:00+01:00</c:v>
                </c:pt>
                <c:pt idx="772">
                  <c:v>2013-11-06 08:40:00+01:00</c:v>
                </c:pt>
                <c:pt idx="773">
                  <c:v>2013-11-06 08:50:00+01:00</c:v>
                </c:pt>
                <c:pt idx="774">
                  <c:v>2013-11-06 09:00:00+01:00</c:v>
                </c:pt>
                <c:pt idx="775">
                  <c:v>2013-11-06 09:10:00+01:00</c:v>
                </c:pt>
                <c:pt idx="776">
                  <c:v>2013-11-06 09:20:00+01:00</c:v>
                </c:pt>
                <c:pt idx="777">
                  <c:v>2013-11-06 09:30:00+01:00</c:v>
                </c:pt>
                <c:pt idx="778">
                  <c:v>2013-11-06 09:40:00+01:00</c:v>
                </c:pt>
                <c:pt idx="779">
                  <c:v>2013-11-06 09:50:00+01:00</c:v>
                </c:pt>
                <c:pt idx="780">
                  <c:v>2013-11-06 10:00:00+01:00</c:v>
                </c:pt>
                <c:pt idx="781">
                  <c:v>2013-11-06 10:10:00+01:00</c:v>
                </c:pt>
                <c:pt idx="782">
                  <c:v>2013-11-06 10:20:00+01:00</c:v>
                </c:pt>
                <c:pt idx="783">
                  <c:v>2013-11-06 10:30:00+01:00</c:v>
                </c:pt>
                <c:pt idx="784">
                  <c:v>2013-11-06 10:40:00+01:00</c:v>
                </c:pt>
                <c:pt idx="785">
                  <c:v>2013-11-06 10:50:00+01:00</c:v>
                </c:pt>
                <c:pt idx="786">
                  <c:v>2013-11-06 11:00:00+01:00</c:v>
                </c:pt>
                <c:pt idx="787">
                  <c:v>2013-11-06 11:10:00+01:00</c:v>
                </c:pt>
                <c:pt idx="788">
                  <c:v>2013-11-06 11:20:00+01:00</c:v>
                </c:pt>
                <c:pt idx="789">
                  <c:v>2013-11-06 11:30:00+01:00</c:v>
                </c:pt>
                <c:pt idx="790">
                  <c:v>2013-11-06 11:40:00+01:00</c:v>
                </c:pt>
                <c:pt idx="791">
                  <c:v>2013-11-06 11:50:00+01:00</c:v>
                </c:pt>
                <c:pt idx="792">
                  <c:v>2013-11-06 12:00:00+01:00</c:v>
                </c:pt>
                <c:pt idx="793">
                  <c:v>2013-11-06 12:10:00+01:00</c:v>
                </c:pt>
                <c:pt idx="794">
                  <c:v>2013-11-06 12:20:00+01:00</c:v>
                </c:pt>
                <c:pt idx="795">
                  <c:v>2013-11-06 12:30:00+01:00</c:v>
                </c:pt>
                <c:pt idx="796">
                  <c:v>2013-11-06 12:40:00+01:00</c:v>
                </c:pt>
                <c:pt idx="797">
                  <c:v>2013-11-06 12:50:00+01:00</c:v>
                </c:pt>
                <c:pt idx="798">
                  <c:v>2013-11-06 13:00:00+01:00</c:v>
                </c:pt>
                <c:pt idx="799">
                  <c:v>2013-11-06 13:10:00+01:00</c:v>
                </c:pt>
                <c:pt idx="800">
                  <c:v>2013-11-06 13:20:00+01:00</c:v>
                </c:pt>
                <c:pt idx="801">
                  <c:v>2013-11-06 13:30:00+01:00</c:v>
                </c:pt>
                <c:pt idx="802">
                  <c:v>2013-11-06 13:40:00+01:00</c:v>
                </c:pt>
                <c:pt idx="803">
                  <c:v>2013-11-06 13:50:00+01:00</c:v>
                </c:pt>
                <c:pt idx="804">
                  <c:v>2013-11-06 14:00:00+01:00</c:v>
                </c:pt>
                <c:pt idx="805">
                  <c:v>2013-11-06 14:10:00+01:00</c:v>
                </c:pt>
                <c:pt idx="806">
                  <c:v>2013-11-06 14:20:00+01:00</c:v>
                </c:pt>
                <c:pt idx="807">
                  <c:v>2013-11-06 14:30:00+01:00</c:v>
                </c:pt>
                <c:pt idx="808">
                  <c:v>2013-11-06 14:40:00+01:00</c:v>
                </c:pt>
                <c:pt idx="809">
                  <c:v>2013-11-06 14:50:00+01:00</c:v>
                </c:pt>
                <c:pt idx="810">
                  <c:v>2013-11-06 15:00:00+01:00</c:v>
                </c:pt>
                <c:pt idx="811">
                  <c:v>2013-11-06 15:10:00+01:00</c:v>
                </c:pt>
                <c:pt idx="812">
                  <c:v>2013-11-06 15:20:00+01:00</c:v>
                </c:pt>
                <c:pt idx="813">
                  <c:v>2013-11-06 15:30:00+01:00</c:v>
                </c:pt>
                <c:pt idx="814">
                  <c:v>2013-11-06 15:40:00+01:00</c:v>
                </c:pt>
                <c:pt idx="815">
                  <c:v>2013-11-06 15:50:00+01:00</c:v>
                </c:pt>
                <c:pt idx="816">
                  <c:v>2013-11-06 16:00:00+01:00</c:v>
                </c:pt>
                <c:pt idx="817">
                  <c:v>2013-11-06 16:10:00+01:00</c:v>
                </c:pt>
                <c:pt idx="818">
                  <c:v>2013-11-06 16:20:00+01:00</c:v>
                </c:pt>
                <c:pt idx="819">
                  <c:v>2013-11-06 16:30:00+01:00</c:v>
                </c:pt>
                <c:pt idx="820">
                  <c:v>2013-11-06 16:40:00+01:00</c:v>
                </c:pt>
                <c:pt idx="821">
                  <c:v>2013-11-06 16:50:00+01:00</c:v>
                </c:pt>
                <c:pt idx="822">
                  <c:v>2013-11-06 17:00:00+01:00</c:v>
                </c:pt>
                <c:pt idx="823">
                  <c:v>2013-11-06 17:10:00+01:00</c:v>
                </c:pt>
                <c:pt idx="824">
                  <c:v>2013-11-06 17:20:00+01:00</c:v>
                </c:pt>
                <c:pt idx="825">
                  <c:v>2013-11-06 17:30:00+01:00</c:v>
                </c:pt>
                <c:pt idx="826">
                  <c:v>2013-11-06 17:40:00+01:00</c:v>
                </c:pt>
                <c:pt idx="827">
                  <c:v>2013-11-06 17:50:00+01:00</c:v>
                </c:pt>
                <c:pt idx="828">
                  <c:v>2013-11-06 18:00:00+01:00</c:v>
                </c:pt>
                <c:pt idx="829">
                  <c:v>2013-11-06 18:10:00+01:00</c:v>
                </c:pt>
                <c:pt idx="830">
                  <c:v>2013-11-06 18:20:00+01:00</c:v>
                </c:pt>
                <c:pt idx="831">
                  <c:v>2013-11-06 18:30:00+01:00</c:v>
                </c:pt>
                <c:pt idx="832">
                  <c:v>2013-11-06 18:40:00+01:00</c:v>
                </c:pt>
                <c:pt idx="833">
                  <c:v>2013-11-06 18:50:00+01:00</c:v>
                </c:pt>
                <c:pt idx="834">
                  <c:v>2013-11-06 19:00:00+01:00</c:v>
                </c:pt>
                <c:pt idx="835">
                  <c:v>2013-11-06 19:10:00+01:00</c:v>
                </c:pt>
                <c:pt idx="836">
                  <c:v>2013-11-06 19:20:00+01:00</c:v>
                </c:pt>
                <c:pt idx="837">
                  <c:v>2013-11-06 19:30:00+01:00</c:v>
                </c:pt>
                <c:pt idx="838">
                  <c:v>2013-11-06 19:40:00+01:00</c:v>
                </c:pt>
                <c:pt idx="839">
                  <c:v>2013-11-06 19:50:00+01:00</c:v>
                </c:pt>
                <c:pt idx="840">
                  <c:v>2013-11-06 20:00:00+01:00</c:v>
                </c:pt>
                <c:pt idx="841">
                  <c:v>2013-11-06 20:10:00+01:00</c:v>
                </c:pt>
                <c:pt idx="842">
                  <c:v>2013-11-06 20:20:00+01:00</c:v>
                </c:pt>
                <c:pt idx="843">
                  <c:v>2013-11-06 20:30:00+01:00</c:v>
                </c:pt>
                <c:pt idx="844">
                  <c:v>2013-11-06 20:40:00+01:00</c:v>
                </c:pt>
                <c:pt idx="845">
                  <c:v>2013-11-06 20:50:00+01:00</c:v>
                </c:pt>
                <c:pt idx="846">
                  <c:v>2013-11-06 21:00:00+01:00</c:v>
                </c:pt>
                <c:pt idx="847">
                  <c:v>2013-11-06 21:10:00+01:00</c:v>
                </c:pt>
                <c:pt idx="848">
                  <c:v>2013-11-06 21:20:00+01:00</c:v>
                </c:pt>
                <c:pt idx="849">
                  <c:v>2013-11-06 21:30:00+01:00</c:v>
                </c:pt>
                <c:pt idx="850">
                  <c:v>2013-11-06 21:40:00+01:00</c:v>
                </c:pt>
                <c:pt idx="851">
                  <c:v>2013-11-06 21:50:00+01:00</c:v>
                </c:pt>
                <c:pt idx="852">
                  <c:v>2013-11-06 22:00:00+01:00</c:v>
                </c:pt>
                <c:pt idx="853">
                  <c:v>2013-11-06 22:10:00+01:00</c:v>
                </c:pt>
                <c:pt idx="854">
                  <c:v>2013-11-06 22:20:00+01:00</c:v>
                </c:pt>
                <c:pt idx="855">
                  <c:v>2013-11-06 22:30:00+01:00</c:v>
                </c:pt>
                <c:pt idx="856">
                  <c:v>2013-11-06 22:40:00+01:00</c:v>
                </c:pt>
                <c:pt idx="857">
                  <c:v>2013-11-06 22:50:00+01:00</c:v>
                </c:pt>
                <c:pt idx="858">
                  <c:v>2013-11-06 23:00:00+01:00</c:v>
                </c:pt>
                <c:pt idx="859">
                  <c:v>2013-11-06 23:10:00+01:00</c:v>
                </c:pt>
                <c:pt idx="860">
                  <c:v>2013-11-06 23:20:00+01:00</c:v>
                </c:pt>
                <c:pt idx="861">
                  <c:v>2013-11-06 23:30:00+01:00</c:v>
                </c:pt>
                <c:pt idx="862">
                  <c:v>2013-11-06 23:40:00+01:00</c:v>
                </c:pt>
                <c:pt idx="863">
                  <c:v>2013-11-06 23:50:00+01:00</c:v>
                </c:pt>
                <c:pt idx="864">
                  <c:v>2013-11-07 00:00:00+01:00</c:v>
                </c:pt>
                <c:pt idx="865">
                  <c:v>2013-11-07 00:10:00+01:00</c:v>
                </c:pt>
                <c:pt idx="866">
                  <c:v>2013-11-07 00:20:00+01:00</c:v>
                </c:pt>
                <c:pt idx="867">
                  <c:v>2013-11-07 00:30:00+01:00</c:v>
                </c:pt>
                <c:pt idx="868">
                  <c:v>2013-11-07 00:40:00+01:00</c:v>
                </c:pt>
                <c:pt idx="869">
                  <c:v>2013-11-07 00:50:00+01:00</c:v>
                </c:pt>
                <c:pt idx="870">
                  <c:v>2013-11-07 01:00:00+01:00</c:v>
                </c:pt>
                <c:pt idx="871">
                  <c:v>2013-11-07 01:10:00+01:00</c:v>
                </c:pt>
                <c:pt idx="872">
                  <c:v>2013-11-07 01:20:00+01:00</c:v>
                </c:pt>
                <c:pt idx="873">
                  <c:v>2013-11-07 01:30:00+01:00</c:v>
                </c:pt>
                <c:pt idx="874">
                  <c:v>2013-11-07 01:40:00+01:00</c:v>
                </c:pt>
                <c:pt idx="875">
                  <c:v>2013-11-07 01:50:00+01:00</c:v>
                </c:pt>
                <c:pt idx="876">
                  <c:v>2013-11-07 02:00:00+01:00</c:v>
                </c:pt>
                <c:pt idx="877">
                  <c:v>2013-11-07 02:10:00+01:00</c:v>
                </c:pt>
                <c:pt idx="878">
                  <c:v>2013-11-07 02:20:00+01:00</c:v>
                </c:pt>
                <c:pt idx="879">
                  <c:v>2013-11-07 02:30:00+01:00</c:v>
                </c:pt>
                <c:pt idx="880">
                  <c:v>2013-11-07 02:40:00+01:00</c:v>
                </c:pt>
                <c:pt idx="881">
                  <c:v>2013-11-07 02:50:00+01:00</c:v>
                </c:pt>
                <c:pt idx="882">
                  <c:v>2013-11-07 03:00:00+01:00</c:v>
                </c:pt>
                <c:pt idx="883">
                  <c:v>2013-11-07 03:10:00+01:00</c:v>
                </c:pt>
                <c:pt idx="884">
                  <c:v>2013-11-07 03:20:00+01:00</c:v>
                </c:pt>
                <c:pt idx="885">
                  <c:v>2013-11-07 03:30:00+01:00</c:v>
                </c:pt>
                <c:pt idx="886">
                  <c:v>2013-11-07 03:40:00+01:00</c:v>
                </c:pt>
                <c:pt idx="887">
                  <c:v>2013-11-07 03:50:00+01:00</c:v>
                </c:pt>
                <c:pt idx="888">
                  <c:v>2013-11-07 04:00:00+01:00</c:v>
                </c:pt>
                <c:pt idx="889">
                  <c:v>2013-11-07 04:10:00+01:00</c:v>
                </c:pt>
                <c:pt idx="890">
                  <c:v>2013-11-07 04:20:00+01:00</c:v>
                </c:pt>
                <c:pt idx="891">
                  <c:v>2013-11-07 04:30:00+01:00</c:v>
                </c:pt>
                <c:pt idx="892">
                  <c:v>2013-11-07 04:40:00+01:00</c:v>
                </c:pt>
                <c:pt idx="893">
                  <c:v>2013-11-07 04:50:00+01:00</c:v>
                </c:pt>
                <c:pt idx="894">
                  <c:v>2013-11-07 05:00:00+01:00</c:v>
                </c:pt>
                <c:pt idx="895">
                  <c:v>2013-11-07 05:10:00+01:00</c:v>
                </c:pt>
                <c:pt idx="896">
                  <c:v>2013-11-07 05:20:00+01:00</c:v>
                </c:pt>
                <c:pt idx="897">
                  <c:v>2013-11-07 05:30:00+01:00</c:v>
                </c:pt>
                <c:pt idx="898">
                  <c:v>2013-11-07 05:40:00+01:00</c:v>
                </c:pt>
                <c:pt idx="899">
                  <c:v>2013-11-07 05:50:00+01:00</c:v>
                </c:pt>
                <c:pt idx="900">
                  <c:v>2013-11-07 06:00:00+01:00</c:v>
                </c:pt>
                <c:pt idx="901">
                  <c:v>2013-11-07 06:10:00+01:00</c:v>
                </c:pt>
                <c:pt idx="902">
                  <c:v>2013-11-07 06:20:00+01:00</c:v>
                </c:pt>
                <c:pt idx="903">
                  <c:v>2013-11-07 06:30:00+01:00</c:v>
                </c:pt>
                <c:pt idx="904">
                  <c:v>2013-11-07 06:40:00+01:00</c:v>
                </c:pt>
                <c:pt idx="905">
                  <c:v>2013-11-07 06:50:00+01:00</c:v>
                </c:pt>
                <c:pt idx="906">
                  <c:v>2013-11-07 07:00:00+01:00</c:v>
                </c:pt>
                <c:pt idx="907">
                  <c:v>2013-11-07 07:10:00+01:00</c:v>
                </c:pt>
                <c:pt idx="908">
                  <c:v>2013-11-07 07:20:00+01:00</c:v>
                </c:pt>
                <c:pt idx="909">
                  <c:v>2013-11-07 07:30:00+01:00</c:v>
                </c:pt>
                <c:pt idx="910">
                  <c:v>2013-11-07 07:40:00+01:00</c:v>
                </c:pt>
                <c:pt idx="911">
                  <c:v>2013-11-07 07:50:00+01:00</c:v>
                </c:pt>
                <c:pt idx="912">
                  <c:v>2013-11-07 08:00:00+01:00</c:v>
                </c:pt>
                <c:pt idx="913">
                  <c:v>2013-11-07 08:10:00+01:00</c:v>
                </c:pt>
                <c:pt idx="914">
                  <c:v>2013-11-07 08:20:00+01:00</c:v>
                </c:pt>
                <c:pt idx="915">
                  <c:v>2013-11-07 08:30:00+01:00</c:v>
                </c:pt>
                <c:pt idx="916">
                  <c:v>2013-11-07 08:40:00+01:00</c:v>
                </c:pt>
                <c:pt idx="917">
                  <c:v>2013-11-07 08:50:00+01:00</c:v>
                </c:pt>
                <c:pt idx="918">
                  <c:v>2013-11-07 09:00:00+01:00</c:v>
                </c:pt>
                <c:pt idx="919">
                  <c:v>2013-11-07 09:10:00+01:00</c:v>
                </c:pt>
                <c:pt idx="920">
                  <c:v>2013-11-07 09:20:00+01:00</c:v>
                </c:pt>
                <c:pt idx="921">
                  <c:v>2013-11-07 09:30:00+01:00</c:v>
                </c:pt>
                <c:pt idx="922">
                  <c:v>2013-11-07 09:40:00+01:00</c:v>
                </c:pt>
                <c:pt idx="923">
                  <c:v>2013-11-07 09:50:00+01:00</c:v>
                </c:pt>
                <c:pt idx="924">
                  <c:v>2013-11-07 10:00:00+01:00</c:v>
                </c:pt>
                <c:pt idx="925">
                  <c:v>2013-11-07 10:10:00+01:00</c:v>
                </c:pt>
                <c:pt idx="926">
                  <c:v>2013-11-07 10:20:00+01:00</c:v>
                </c:pt>
                <c:pt idx="927">
                  <c:v>2013-11-07 10:30:00+01:00</c:v>
                </c:pt>
                <c:pt idx="928">
                  <c:v>2013-11-07 10:40:00+01:00</c:v>
                </c:pt>
                <c:pt idx="929">
                  <c:v>2013-11-07 10:50:00+01:00</c:v>
                </c:pt>
                <c:pt idx="930">
                  <c:v>2013-11-07 11:00:00+01:00</c:v>
                </c:pt>
                <c:pt idx="931">
                  <c:v>2013-11-07 11:10:00+01:00</c:v>
                </c:pt>
                <c:pt idx="932">
                  <c:v>2013-11-07 11:20:00+01:00</c:v>
                </c:pt>
                <c:pt idx="933">
                  <c:v>2013-11-07 11:30:00+01:00</c:v>
                </c:pt>
                <c:pt idx="934">
                  <c:v>2013-11-07 11:40:00+01:00</c:v>
                </c:pt>
                <c:pt idx="935">
                  <c:v>2013-11-07 11:50:00+01:00</c:v>
                </c:pt>
                <c:pt idx="936">
                  <c:v>2013-11-07 12:00:00+01:00</c:v>
                </c:pt>
                <c:pt idx="937">
                  <c:v>2013-11-07 12:10:00+01:00</c:v>
                </c:pt>
                <c:pt idx="938">
                  <c:v>2013-11-07 12:20:00+01:00</c:v>
                </c:pt>
                <c:pt idx="939">
                  <c:v>2013-11-07 12:30:00+01:00</c:v>
                </c:pt>
                <c:pt idx="940">
                  <c:v>2013-11-07 12:40:00+01:00</c:v>
                </c:pt>
                <c:pt idx="941">
                  <c:v>2013-11-07 12:50:00+01:00</c:v>
                </c:pt>
                <c:pt idx="942">
                  <c:v>2013-11-07 13:00:00+01:00</c:v>
                </c:pt>
                <c:pt idx="943">
                  <c:v>2013-11-07 13:10:00+01:00</c:v>
                </c:pt>
                <c:pt idx="944">
                  <c:v>2013-11-07 13:20:00+01:00</c:v>
                </c:pt>
                <c:pt idx="945">
                  <c:v>2013-11-07 13:30:00+01:00</c:v>
                </c:pt>
                <c:pt idx="946">
                  <c:v>2013-11-07 13:40:00+01:00</c:v>
                </c:pt>
                <c:pt idx="947">
                  <c:v>2013-11-07 13:50:00+01:00</c:v>
                </c:pt>
                <c:pt idx="948">
                  <c:v>2013-11-07 14:00:00+01:00</c:v>
                </c:pt>
                <c:pt idx="949">
                  <c:v>2013-11-07 14:10:00+01:00</c:v>
                </c:pt>
                <c:pt idx="950">
                  <c:v>2013-11-07 14:20:00+01:00</c:v>
                </c:pt>
                <c:pt idx="951">
                  <c:v>2013-11-07 14:30:00+01:00</c:v>
                </c:pt>
                <c:pt idx="952">
                  <c:v>2013-11-07 14:40:00+01:00</c:v>
                </c:pt>
                <c:pt idx="953">
                  <c:v>2013-11-07 14:50:00+01:00</c:v>
                </c:pt>
                <c:pt idx="954">
                  <c:v>2013-11-07 15:00:00+01:00</c:v>
                </c:pt>
                <c:pt idx="955">
                  <c:v>2013-11-07 15:10:00+01:00</c:v>
                </c:pt>
                <c:pt idx="956">
                  <c:v>2013-11-07 15:20:00+01:00</c:v>
                </c:pt>
                <c:pt idx="957">
                  <c:v>2013-11-07 15:30:00+01:00</c:v>
                </c:pt>
                <c:pt idx="958">
                  <c:v>2013-11-07 15:40:00+01:00</c:v>
                </c:pt>
                <c:pt idx="959">
                  <c:v>2013-11-07 15:50:00+01:00</c:v>
                </c:pt>
                <c:pt idx="960">
                  <c:v>2013-11-07 16:00:00+01:00</c:v>
                </c:pt>
                <c:pt idx="961">
                  <c:v>2013-11-07 16:10:00+01:00</c:v>
                </c:pt>
                <c:pt idx="962">
                  <c:v>2013-11-07 16:20:00+01:00</c:v>
                </c:pt>
                <c:pt idx="963">
                  <c:v>2013-11-07 16:30:00+01:00</c:v>
                </c:pt>
                <c:pt idx="964">
                  <c:v>2013-11-07 16:40:00+01:00</c:v>
                </c:pt>
                <c:pt idx="965">
                  <c:v>2013-11-07 16:50:00+01:00</c:v>
                </c:pt>
                <c:pt idx="966">
                  <c:v>2013-11-07 17:00:00+01:00</c:v>
                </c:pt>
                <c:pt idx="967">
                  <c:v>2013-11-07 17:10:00+01:00</c:v>
                </c:pt>
                <c:pt idx="968">
                  <c:v>2013-11-07 17:20:00+01:00</c:v>
                </c:pt>
                <c:pt idx="969">
                  <c:v>2013-11-07 17:30:00+01:00</c:v>
                </c:pt>
                <c:pt idx="970">
                  <c:v>2013-11-07 17:40:00+01:00</c:v>
                </c:pt>
                <c:pt idx="971">
                  <c:v>2013-11-07 17:50:00+01:00</c:v>
                </c:pt>
                <c:pt idx="972">
                  <c:v>2013-11-07 18:00:00+01:00</c:v>
                </c:pt>
                <c:pt idx="973">
                  <c:v>2013-11-07 18:10:00+01:00</c:v>
                </c:pt>
                <c:pt idx="974">
                  <c:v>2013-11-07 18:20:00+01:00</c:v>
                </c:pt>
                <c:pt idx="975">
                  <c:v>2013-11-07 18:30:00+01:00</c:v>
                </c:pt>
                <c:pt idx="976">
                  <c:v>2013-11-07 18:40:00+01:00</c:v>
                </c:pt>
                <c:pt idx="977">
                  <c:v>2013-11-07 18:50:00+01:00</c:v>
                </c:pt>
                <c:pt idx="978">
                  <c:v>2013-11-07 19:00:00+01:00</c:v>
                </c:pt>
                <c:pt idx="979">
                  <c:v>2013-11-07 19:10:00+01:00</c:v>
                </c:pt>
                <c:pt idx="980">
                  <c:v>2013-11-07 19:20:00+01:00</c:v>
                </c:pt>
                <c:pt idx="981">
                  <c:v>2013-11-07 19:30:00+01:00</c:v>
                </c:pt>
                <c:pt idx="982">
                  <c:v>2013-11-07 19:40:00+01:00</c:v>
                </c:pt>
                <c:pt idx="983">
                  <c:v>2013-11-07 19:50:00+01:00</c:v>
                </c:pt>
                <c:pt idx="984">
                  <c:v>2013-11-07 20:00:00+01:00</c:v>
                </c:pt>
                <c:pt idx="985">
                  <c:v>2013-11-07 20:10:00+01:00</c:v>
                </c:pt>
                <c:pt idx="986">
                  <c:v>2013-11-07 20:20:00+01:00</c:v>
                </c:pt>
                <c:pt idx="987">
                  <c:v>2013-11-07 20:30:00+01:00</c:v>
                </c:pt>
                <c:pt idx="988">
                  <c:v>2013-11-07 20:40:00+01:00</c:v>
                </c:pt>
                <c:pt idx="989">
                  <c:v>2013-11-07 20:50:00+01:00</c:v>
                </c:pt>
                <c:pt idx="990">
                  <c:v>2013-11-07 21:00:00+01:00</c:v>
                </c:pt>
                <c:pt idx="991">
                  <c:v>2013-11-07 21:10:00+01:00</c:v>
                </c:pt>
                <c:pt idx="992">
                  <c:v>2013-11-07 21:20:00+01:00</c:v>
                </c:pt>
                <c:pt idx="993">
                  <c:v>2013-11-07 21:30:00+01:00</c:v>
                </c:pt>
                <c:pt idx="994">
                  <c:v>2013-11-07 21:40:00+01:00</c:v>
                </c:pt>
                <c:pt idx="995">
                  <c:v>2013-11-07 21:50:00+01:00</c:v>
                </c:pt>
                <c:pt idx="996">
                  <c:v>2013-11-07 22:00:00+01:00</c:v>
                </c:pt>
                <c:pt idx="997">
                  <c:v>2013-11-07 22:10:00+01:00</c:v>
                </c:pt>
                <c:pt idx="998">
                  <c:v>2013-11-07 22:20:00+01:00</c:v>
                </c:pt>
                <c:pt idx="999">
                  <c:v>2013-11-07 22:30:00+01:00</c:v>
                </c:pt>
                <c:pt idx="1000">
                  <c:v>2013-11-07 22:40:00+01:00</c:v>
                </c:pt>
                <c:pt idx="1001">
                  <c:v>2013-11-07 22:50:00+01:00</c:v>
                </c:pt>
                <c:pt idx="1002">
                  <c:v>2013-11-07 23:00:00+01:00</c:v>
                </c:pt>
                <c:pt idx="1003">
                  <c:v>2013-11-07 23:10:00+01:00</c:v>
                </c:pt>
                <c:pt idx="1004">
                  <c:v>2013-11-07 23:20:00+01:00</c:v>
                </c:pt>
                <c:pt idx="1005">
                  <c:v>2013-11-07 23:30:00+01:00</c:v>
                </c:pt>
                <c:pt idx="1006">
                  <c:v>2013-11-07 23:40:00+01:00</c:v>
                </c:pt>
                <c:pt idx="1007">
                  <c:v>2013-11-07 23:50:00+01:00</c:v>
                </c:pt>
                <c:pt idx="1008">
                  <c:v>2013-11-08 00:00:00+01:00</c:v>
                </c:pt>
                <c:pt idx="1009">
                  <c:v>2013-11-08 00:10:00+01:00</c:v>
                </c:pt>
                <c:pt idx="1010">
                  <c:v>2013-11-08 00:20:00+01:00</c:v>
                </c:pt>
                <c:pt idx="1011">
                  <c:v>2013-11-08 00:30:00+01:00</c:v>
                </c:pt>
                <c:pt idx="1012">
                  <c:v>2013-11-08 00:40:00+01:00</c:v>
                </c:pt>
                <c:pt idx="1013">
                  <c:v>2013-11-08 00:50:00+01:00</c:v>
                </c:pt>
                <c:pt idx="1014">
                  <c:v>2013-11-08 01:00:00+01:00</c:v>
                </c:pt>
                <c:pt idx="1015">
                  <c:v>2013-11-08 01:10:00+01:00</c:v>
                </c:pt>
                <c:pt idx="1016">
                  <c:v>2013-11-08 01:20:00+01:00</c:v>
                </c:pt>
                <c:pt idx="1017">
                  <c:v>2013-11-08 01:30:00+01:00</c:v>
                </c:pt>
                <c:pt idx="1018">
                  <c:v>2013-11-08 01:40:00+01:00</c:v>
                </c:pt>
                <c:pt idx="1019">
                  <c:v>2013-11-08 01:50:00+01:00</c:v>
                </c:pt>
                <c:pt idx="1020">
                  <c:v>2013-11-08 02:00:00+01:00</c:v>
                </c:pt>
                <c:pt idx="1021">
                  <c:v>2013-11-08 02:10:00+01:00</c:v>
                </c:pt>
                <c:pt idx="1022">
                  <c:v>2013-11-08 02:20:00+01:00</c:v>
                </c:pt>
                <c:pt idx="1023">
                  <c:v>2013-11-08 02:30:00+01:00</c:v>
                </c:pt>
                <c:pt idx="1024">
                  <c:v>2013-11-08 02:40:00+01:00</c:v>
                </c:pt>
                <c:pt idx="1025">
                  <c:v>2013-11-08 02:50:00+01:00</c:v>
                </c:pt>
                <c:pt idx="1026">
                  <c:v>2013-11-08 03:00:00+01:00</c:v>
                </c:pt>
                <c:pt idx="1027">
                  <c:v>2013-11-08 03:10:00+01:00</c:v>
                </c:pt>
                <c:pt idx="1028">
                  <c:v>2013-11-08 03:20:00+01:00</c:v>
                </c:pt>
                <c:pt idx="1029">
                  <c:v>2013-11-08 03:30:00+01:00</c:v>
                </c:pt>
                <c:pt idx="1030">
                  <c:v>2013-11-08 03:40:00+01:00</c:v>
                </c:pt>
                <c:pt idx="1031">
                  <c:v>2013-11-08 03:50:00+01:00</c:v>
                </c:pt>
                <c:pt idx="1032">
                  <c:v>2013-11-08 04:00:00+01:00</c:v>
                </c:pt>
                <c:pt idx="1033">
                  <c:v>2013-11-08 04:10:00+01:00</c:v>
                </c:pt>
                <c:pt idx="1034">
                  <c:v>2013-11-08 04:20:00+01:00</c:v>
                </c:pt>
                <c:pt idx="1035">
                  <c:v>2013-11-08 04:30:00+01:00</c:v>
                </c:pt>
                <c:pt idx="1036">
                  <c:v>2013-11-08 04:40:00+01:00</c:v>
                </c:pt>
                <c:pt idx="1037">
                  <c:v>2013-11-08 04:50:00+01:00</c:v>
                </c:pt>
                <c:pt idx="1038">
                  <c:v>2013-11-08 05:00:00+01:00</c:v>
                </c:pt>
                <c:pt idx="1039">
                  <c:v>2013-11-08 05:10:00+01:00</c:v>
                </c:pt>
                <c:pt idx="1040">
                  <c:v>2013-11-08 05:20:00+01:00</c:v>
                </c:pt>
                <c:pt idx="1041">
                  <c:v>2013-11-08 05:30:00+01:00</c:v>
                </c:pt>
                <c:pt idx="1042">
                  <c:v>2013-11-08 05:40:00+01:00</c:v>
                </c:pt>
                <c:pt idx="1043">
                  <c:v>2013-11-08 05:50:00+01:00</c:v>
                </c:pt>
                <c:pt idx="1044">
                  <c:v>2013-11-08 06:00:00+01:00</c:v>
                </c:pt>
                <c:pt idx="1045">
                  <c:v>2013-11-08 06:10:00+01:00</c:v>
                </c:pt>
                <c:pt idx="1046">
                  <c:v>2013-11-08 06:20:00+01:00</c:v>
                </c:pt>
                <c:pt idx="1047">
                  <c:v>2013-11-08 06:30:00+01:00</c:v>
                </c:pt>
                <c:pt idx="1048">
                  <c:v>2013-11-08 06:40:00+01:00</c:v>
                </c:pt>
                <c:pt idx="1049">
                  <c:v>2013-11-08 06:50:00+01:00</c:v>
                </c:pt>
                <c:pt idx="1050">
                  <c:v>2013-11-08 07:00:00+01:00</c:v>
                </c:pt>
                <c:pt idx="1051">
                  <c:v>2013-11-08 07:10:00+01:00</c:v>
                </c:pt>
                <c:pt idx="1052">
                  <c:v>2013-11-08 07:20:00+01:00</c:v>
                </c:pt>
                <c:pt idx="1053">
                  <c:v>2013-11-08 07:30:00+01:00</c:v>
                </c:pt>
                <c:pt idx="1054">
                  <c:v>2013-11-08 07:40:00+01:00</c:v>
                </c:pt>
                <c:pt idx="1055">
                  <c:v>2013-11-08 07:50:00+01:00</c:v>
                </c:pt>
                <c:pt idx="1056">
                  <c:v>2013-11-08 08:00:00+01:00</c:v>
                </c:pt>
                <c:pt idx="1057">
                  <c:v>2013-11-08 08:10:00+01:00</c:v>
                </c:pt>
                <c:pt idx="1058">
                  <c:v>2013-11-08 08:20:00+01:00</c:v>
                </c:pt>
                <c:pt idx="1059">
                  <c:v>2013-11-08 08:30:00+01:00</c:v>
                </c:pt>
                <c:pt idx="1060">
                  <c:v>2013-11-08 08:40:00+01:00</c:v>
                </c:pt>
                <c:pt idx="1061">
                  <c:v>2013-11-08 08:50:00+01:00</c:v>
                </c:pt>
                <c:pt idx="1062">
                  <c:v>2013-11-08 09:00:00+01:00</c:v>
                </c:pt>
                <c:pt idx="1063">
                  <c:v>2013-11-08 09:10:00+01:00</c:v>
                </c:pt>
                <c:pt idx="1064">
                  <c:v>2013-11-08 09:20:00+01:00</c:v>
                </c:pt>
                <c:pt idx="1065">
                  <c:v>2013-11-08 09:30:00+01:00</c:v>
                </c:pt>
                <c:pt idx="1066">
                  <c:v>2013-11-08 09:40:00+01:00</c:v>
                </c:pt>
                <c:pt idx="1067">
                  <c:v>2013-11-08 09:50:00+01:00</c:v>
                </c:pt>
                <c:pt idx="1068">
                  <c:v>2013-11-08 10:00:00+01:00</c:v>
                </c:pt>
                <c:pt idx="1069">
                  <c:v>2013-11-08 10:10:00+01:00</c:v>
                </c:pt>
                <c:pt idx="1070">
                  <c:v>2013-11-08 10:20:00+01:00</c:v>
                </c:pt>
                <c:pt idx="1071">
                  <c:v>2013-11-08 10:30:00+01:00</c:v>
                </c:pt>
                <c:pt idx="1072">
                  <c:v>2013-11-08 10:40:00+01:00</c:v>
                </c:pt>
                <c:pt idx="1073">
                  <c:v>2013-11-08 10:50:00+01:00</c:v>
                </c:pt>
                <c:pt idx="1074">
                  <c:v>2013-11-08 11:00:00+01:00</c:v>
                </c:pt>
                <c:pt idx="1075">
                  <c:v>2013-11-08 11:10:00+01:00</c:v>
                </c:pt>
                <c:pt idx="1076">
                  <c:v>2013-11-08 11:20:00+01:00</c:v>
                </c:pt>
                <c:pt idx="1077">
                  <c:v>2013-11-08 11:30:00+01:00</c:v>
                </c:pt>
                <c:pt idx="1078">
                  <c:v>2013-11-08 11:40:00+01:00</c:v>
                </c:pt>
                <c:pt idx="1079">
                  <c:v>2013-11-08 11:50:00+01:00</c:v>
                </c:pt>
                <c:pt idx="1080">
                  <c:v>2013-11-08 12:00:00+01:00</c:v>
                </c:pt>
                <c:pt idx="1081">
                  <c:v>2013-11-08 12:10:00+01:00</c:v>
                </c:pt>
                <c:pt idx="1082">
                  <c:v>2013-11-08 12:20:00+01:00</c:v>
                </c:pt>
                <c:pt idx="1083">
                  <c:v>2013-11-08 12:30:00+01:00</c:v>
                </c:pt>
                <c:pt idx="1084">
                  <c:v>2013-11-08 12:40:00+01:00</c:v>
                </c:pt>
                <c:pt idx="1085">
                  <c:v>2013-11-08 12:50:00+01:00</c:v>
                </c:pt>
                <c:pt idx="1086">
                  <c:v>2013-11-08 13:00:00+01:00</c:v>
                </c:pt>
                <c:pt idx="1087">
                  <c:v>2013-11-08 13:10:00+01:00</c:v>
                </c:pt>
                <c:pt idx="1088">
                  <c:v>2013-11-08 13:20:00+01:00</c:v>
                </c:pt>
                <c:pt idx="1089">
                  <c:v>2013-11-08 13:30:00+01:00</c:v>
                </c:pt>
                <c:pt idx="1090">
                  <c:v>2013-11-08 13:40:00+01:00</c:v>
                </c:pt>
                <c:pt idx="1091">
                  <c:v>2013-11-08 13:50:00+01:00</c:v>
                </c:pt>
                <c:pt idx="1092">
                  <c:v>2013-11-08 14:00:00+01:00</c:v>
                </c:pt>
                <c:pt idx="1093">
                  <c:v>2013-11-08 14:10:00+01:00</c:v>
                </c:pt>
                <c:pt idx="1094">
                  <c:v>2013-11-08 14:20:00+01:00</c:v>
                </c:pt>
                <c:pt idx="1095">
                  <c:v>2013-11-08 14:30:00+01:00</c:v>
                </c:pt>
                <c:pt idx="1096">
                  <c:v>2013-11-08 14:40:00+01:00</c:v>
                </c:pt>
                <c:pt idx="1097">
                  <c:v>2013-11-08 14:50:00+01:00</c:v>
                </c:pt>
                <c:pt idx="1098">
                  <c:v>2013-11-08 15:00:00+01:00</c:v>
                </c:pt>
                <c:pt idx="1099">
                  <c:v>2013-11-08 15:10:00+01:00</c:v>
                </c:pt>
                <c:pt idx="1100">
                  <c:v>2013-11-08 15:20:00+01:00</c:v>
                </c:pt>
                <c:pt idx="1101">
                  <c:v>2013-11-08 15:30:00+01:00</c:v>
                </c:pt>
                <c:pt idx="1102">
                  <c:v>2013-11-08 15:40:00+01:00</c:v>
                </c:pt>
                <c:pt idx="1103">
                  <c:v>2013-11-08 15:50:00+01:00</c:v>
                </c:pt>
                <c:pt idx="1104">
                  <c:v>2013-11-08 16:00:00+01:00</c:v>
                </c:pt>
                <c:pt idx="1105">
                  <c:v>2013-11-08 16:10:00+01:00</c:v>
                </c:pt>
                <c:pt idx="1106">
                  <c:v>2013-11-08 16:20:00+01:00</c:v>
                </c:pt>
                <c:pt idx="1107">
                  <c:v>2013-11-08 16:30:00+01:00</c:v>
                </c:pt>
                <c:pt idx="1108">
                  <c:v>2013-11-08 16:40:00+01:00</c:v>
                </c:pt>
                <c:pt idx="1109">
                  <c:v>2013-11-08 16:50:00+01:00</c:v>
                </c:pt>
                <c:pt idx="1110">
                  <c:v>2013-11-08 17:00:00+01:00</c:v>
                </c:pt>
                <c:pt idx="1111">
                  <c:v>2013-11-08 17:10:00+01:00</c:v>
                </c:pt>
                <c:pt idx="1112">
                  <c:v>2013-11-08 17:20:00+01:00</c:v>
                </c:pt>
                <c:pt idx="1113">
                  <c:v>2013-11-08 17:30:00+01:00</c:v>
                </c:pt>
                <c:pt idx="1114">
                  <c:v>2013-11-08 17:40:00+01:00</c:v>
                </c:pt>
                <c:pt idx="1115">
                  <c:v>2013-11-08 17:50:00+01:00</c:v>
                </c:pt>
                <c:pt idx="1116">
                  <c:v>2013-11-08 18:00:00+01:00</c:v>
                </c:pt>
                <c:pt idx="1117">
                  <c:v>2013-11-08 18:10:00+01:00</c:v>
                </c:pt>
                <c:pt idx="1118">
                  <c:v>2013-11-08 18:20:00+01:00</c:v>
                </c:pt>
                <c:pt idx="1119">
                  <c:v>2013-11-08 18:30:00+01:00</c:v>
                </c:pt>
                <c:pt idx="1120">
                  <c:v>2013-11-08 18:40:00+01:00</c:v>
                </c:pt>
                <c:pt idx="1121">
                  <c:v>2013-11-08 18:50:00+01:00</c:v>
                </c:pt>
                <c:pt idx="1122">
                  <c:v>2013-11-08 19:00:00+01:00</c:v>
                </c:pt>
                <c:pt idx="1123">
                  <c:v>2013-11-08 19:10:00+01:00</c:v>
                </c:pt>
                <c:pt idx="1124">
                  <c:v>2013-11-08 19:20:00+01:00</c:v>
                </c:pt>
                <c:pt idx="1125">
                  <c:v>2013-11-08 19:30:00+01:00</c:v>
                </c:pt>
                <c:pt idx="1126">
                  <c:v>2013-11-08 19:40:00+01:00</c:v>
                </c:pt>
                <c:pt idx="1127">
                  <c:v>2013-11-08 19:50:00+01:00</c:v>
                </c:pt>
                <c:pt idx="1128">
                  <c:v>2013-11-08 20:00:00+01:00</c:v>
                </c:pt>
                <c:pt idx="1129">
                  <c:v>2013-11-08 20:10:00+01:00</c:v>
                </c:pt>
                <c:pt idx="1130">
                  <c:v>2013-11-08 20:20:00+01:00</c:v>
                </c:pt>
                <c:pt idx="1131">
                  <c:v>2013-11-08 20:30:00+01:00</c:v>
                </c:pt>
                <c:pt idx="1132">
                  <c:v>2013-11-08 20:40:00+01:00</c:v>
                </c:pt>
                <c:pt idx="1133">
                  <c:v>2013-11-08 20:50:00+01:00</c:v>
                </c:pt>
                <c:pt idx="1134">
                  <c:v>2013-11-08 21:00:00+01:00</c:v>
                </c:pt>
                <c:pt idx="1135">
                  <c:v>2013-11-08 21:10:00+01:00</c:v>
                </c:pt>
                <c:pt idx="1136">
                  <c:v>2013-11-08 21:20:00+01:00</c:v>
                </c:pt>
                <c:pt idx="1137">
                  <c:v>2013-11-08 21:30:00+01:00</c:v>
                </c:pt>
                <c:pt idx="1138">
                  <c:v>2013-11-08 21:40:00+01:00</c:v>
                </c:pt>
                <c:pt idx="1139">
                  <c:v>2013-11-08 21:50:00+01:00</c:v>
                </c:pt>
                <c:pt idx="1140">
                  <c:v>2013-11-08 22:00:00+01:00</c:v>
                </c:pt>
                <c:pt idx="1141">
                  <c:v>2013-11-08 22:10:00+01:00</c:v>
                </c:pt>
                <c:pt idx="1142">
                  <c:v>2013-11-08 22:20:00+01:00</c:v>
                </c:pt>
                <c:pt idx="1143">
                  <c:v>2013-11-08 22:30:00+01:00</c:v>
                </c:pt>
                <c:pt idx="1144">
                  <c:v>2013-11-08 22:40:00+01:00</c:v>
                </c:pt>
                <c:pt idx="1145">
                  <c:v>2013-11-08 22:50:00+01:00</c:v>
                </c:pt>
                <c:pt idx="1146">
                  <c:v>2013-11-08 23:00:00+01:00</c:v>
                </c:pt>
                <c:pt idx="1147">
                  <c:v>2013-11-08 23:10:00+01:00</c:v>
                </c:pt>
                <c:pt idx="1148">
                  <c:v>2013-11-08 23:20:00+01:00</c:v>
                </c:pt>
                <c:pt idx="1149">
                  <c:v>2013-11-08 23:30:00+01:00</c:v>
                </c:pt>
                <c:pt idx="1150">
                  <c:v>2013-11-08 23:40:00+01:00</c:v>
                </c:pt>
                <c:pt idx="1151">
                  <c:v>2013-11-08 23:50:00+01:00</c:v>
                </c:pt>
                <c:pt idx="1152">
                  <c:v>2013-11-09 00:00:00+01:00</c:v>
                </c:pt>
                <c:pt idx="1153">
                  <c:v>2013-11-09 00:10:00+01:00</c:v>
                </c:pt>
                <c:pt idx="1154">
                  <c:v>2013-11-09 00:20:00+01:00</c:v>
                </c:pt>
                <c:pt idx="1155">
                  <c:v>2013-11-09 00:30:00+01:00</c:v>
                </c:pt>
                <c:pt idx="1156">
                  <c:v>2013-11-09 00:40:00+01:00</c:v>
                </c:pt>
                <c:pt idx="1157">
                  <c:v>2013-11-09 00:50:00+01:00</c:v>
                </c:pt>
                <c:pt idx="1158">
                  <c:v>2013-11-09 01:00:00+01:00</c:v>
                </c:pt>
                <c:pt idx="1159">
                  <c:v>2013-11-09 01:10:00+01:00</c:v>
                </c:pt>
                <c:pt idx="1160">
                  <c:v>2013-11-09 01:20:00+01:00</c:v>
                </c:pt>
                <c:pt idx="1161">
                  <c:v>2013-11-09 01:30:00+01:00</c:v>
                </c:pt>
                <c:pt idx="1162">
                  <c:v>2013-11-09 01:40:00+01:00</c:v>
                </c:pt>
                <c:pt idx="1163">
                  <c:v>2013-11-09 01:50:00+01:00</c:v>
                </c:pt>
                <c:pt idx="1164">
                  <c:v>2013-11-09 02:00:00+01:00</c:v>
                </c:pt>
                <c:pt idx="1165">
                  <c:v>2013-11-09 02:10:00+01:00</c:v>
                </c:pt>
                <c:pt idx="1166">
                  <c:v>2013-11-09 02:20:00+01:00</c:v>
                </c:pt>
                <c:pt idx="1167">
                  <c:v>2013-11-09 02:30:00+01:00</c:v>
                </c:pt>
                <c:pt idx="1168">
                  <c:v>2013-11-09 02:40:00+01:00</c:v>
                </c:pt>
                <c:pt idx="1169">
                  <c:v>2013-11-09 02:50:00+01:00</c:v>
                </c:pt>
                <c:pt idx="1170">
                  <c:v>2013-11-09 03:00:00+01:00</c:v>
                </c:pt>
                <c:pt idx="1171">
                  <c:v>2013-11-09 03:10:00+01:00</c:v>
                </c:pt>
                <c:pt idx="1172">
                  <c:v>2013-11-09 03:20:00+01:00</c:v>
                </c:pt>
                <c:pt idx="1173">
                  <c:v>2013-11-09 03:30:00+01:00</c:v>
                </c:pt>
                <c:pt idx="1174">
                  <c:v>2013-11-09 03:40:00+01:00</c:v>
                </c:pt>
                <c:pt idx="1175">
                  <c:v>2013-11-09 03:50:00+01:00</c:v>
                </c:pt>
                <c:pt idx="1176">
                  <c:v>2013-11-09 04:00:00+01:00</c:v>
                </c:pt>
                <c:pt idx="1177">
                  <c:v>2013-11-09 04:10:00+01:00</c:v>
                </c:pt>
                <c:pt idx="1178">
                  <c:v>2013-11-09 04:20:00+01:00</c:v>
                </c:pt>
                <c:pt idx="1179">
                  <c:v>2013-11-09 04:30:00+01:00</c:v>
                </c:pt>
                <c:pt idx="1180">
                  <c:v>2013-11-09 04:40:00+01:00</c:v>
                </c:pt>
                <c:pt idx="1181">
                  <c:v>2013-11-09 04:50:00+01:00</c:v>
                </c:pt>
                <c:pt idx="1182">
                  <c:v>2013-11-09 05:00:00+01:00</c:v>
                </c:pt>
                <c:pt idx="1183">
                  <c:v>2013-11-09 05:10:00+01:00</c:v>
                </c:pt>
                <c:pt idx="1184">
                  <c:v>2013-11-09 05:20:00+01:00</c:v>
                </c:pt>
                <c:pt idx="1185">
                  <c:v>2013-11-09 05:30:00+01:00</c:v>
                </c:pt>
                <c:pt idx="1186">
                  <c:v>2013-11-09 05:40:00+01:00</c:v>
                </c:pt>
                <c:pt idx="1187">
                  <c:v>2013-11-09 05:50:00+01:00</c:v>
                </c:pt>
                <c:pt idx="1188">
                  <c:v>2013-11-09 06:00:00+01:00</c:v>
                </c:pt>
                <c:pt idx="1189">
                  <c:v>2013-11-09 06:10:00+01:00</c:v>
                </c:pt>
                <c:pt idx="1190">
                  <c:v>2013-11-09 06:20:00+01:00</c:v>
                </c:pt>
                <c:pt idx="1191">
                  <c:v>2013-11-09 06:30:00+01:00</c:v>
                </c:pt>
                <c:pt idx="1192">
                  <c:v>2013-11-09 06:40:00+01:00</c:v>
                </c:pt>
                <c:pt idx="1193">
                  <c:v>2013-11-09 06:50:00+01:00</c:v>
                </c:pt>
                <c:pt idx="1194">
                  <c:v>2013-11-09 07:00:00+01:00</c:v>
                </c:pt>
                <c:pt idx="1195">
                  <c:v>2013-11-09 07:10:00+01:00</c:v>
                </c:pt>
                <c:pt idx="1196">
                  <c:v>2013-11-09 07:20:00+01:00</c:v>
                </c:pt>
                <c:pt idx="1197">
                  <c:v>2013-11-09 07:30:00+01:00</c:v>
                </c:pt>
                <c:pt idx="1198">
                  <c:v>2013-11-09 07:40:00+01:00</c:v>
                </c:pt>
                <c:pt idx="1199">
                  <c:v>2013-11-09 07:50:00+01:00</c:v>
                </c:pt>
                <c:pt idx="1200">
                  <c:v>2013-11-09 08:00:00+01:00</c:v>
                </c:pt>
                <c:pt idx="1201">
                  <c:v>2013-11-09 08:10:00+01:00</c:v>
                </c:pt>
                <c:pt idx="1202">
                  <c:v>2013-11-09 08:20:00+01:00</c:v>
                </c:pt>
                <c:pt idx="1203">
                  <c:v>2013-11-09 08:30:00+01:00</c:v>
                </c:pt>
                <c:pt idx="1204">
                  <c:v>2013-11-09 08:40:00+01:00</c:v>
                </c:pt>
                <c:pt idx="1205">
                  <c:v>2013-11-09 08:50:00+01:00</c:v>
                </c:pt>
                <c:pt idx="1206">
                  <c:v>2013-11-09 09:00:00+01:00</c:v>
                </c:pt>
                <c:pt idx="1207">
                  <c:v>2013-11-09 09:10:00+01:00</c:v>
                </c:pt>
                <c:pt idx="1208">
                  <c:v>2013-11-09 09:20:00+01:00</c:v>
                </c:pt>
                <c:pt idx="1209">
                  <c:v>2013-11-09 09:30:00+01:00</c:v>
                </c:pt>
                <c:pt idx="1210">
                  <c:v>2013-11-09 09:40:00+01:00</c:v>
                </c:pt>
                <c:pt idx="1211">
                  <c:v>2013-11-09 09:50:00+01:00</c:v>
                </c:pt>
                <c:pt idx="1212">
                  <c:v>2013-11-09 10:00:00+01:00</c:v>
                </c:pt>
                <c:pt idx="1213">
                  <c:v>2013-11-09 10:10:00+01:00</c:v>
                </c:pt>
                <c:pt idx="1214">
                  <c:v>2013-11-09 10:20:00+01:00</c:v>
                </c:pt>
                <c:pt idx="1215">
                  <c:v>2013-11-09 10:30:00+01:00</c:v>
                </c:pt>
                <c:pt idx="1216">
                  <c:v>2013-11-09 10:40:00+01:00</c:v>
                </c:pt>
                <c:pt idx="1217">
                  <c:v>2013-11-09 10:50:00+01:00</c:v>
                </c:pt>
                <c:pt idx="1218">
                  <c:v>2013-11-09 11:00:00+01:00</c:v>
                </c:pt>
                <c:pt idx="1219">
                  <c:v>2013-11-09 11:10:00+01:00</c:v>
                </c:pt>
                <c:pt idx="1220">
                  <c:v>2013-11-09 11:20:00+01:00</c:v>
                </c:pt>
                <c:pt idx="1221">
                  <c:v>2013-11-09 11:30:00+01:00</c:v>
                </c:pt>
                <c:pt idx="1222">
                  <c:v>2013-11-09 11:40:00+01:00</c:v>
                </c:pt>
                <c:pt idx="1223">
                  <c:v>2013-11-09 11:50:00+01:00</c:v>
                </c:pt>
                <c:pt idx="1224">
                  <c:v>2013-11-09 12:00:00+01:00</c:v>
                </c:pt>
                <c:pt idx="1225">
                  <c:v>2013-11-09 12:10:00+01:00</c:v>
                </c:pt>
                <c:pt idx="1226">
                  <c:v>2013-11-09 12:20:00+01:00</c:v>
                </c:pt>
                <c:pt idx="1227">
                  <c:v>2013-11-09 12:30:00+01:00</c:v>
                </c:pt>
                <c:pt idx="1228">
                  <c:v>2013-11-09 12:40:00+01:00</c:v>
                </c:pt>
                <c:pt idx="1229">
                  <c:v>2013-11-09 12:50:00+01:00</c:v>
                </c:pt>
                <c:pt idx="1230">
                  <c:v>2013-11-09 13:00:00+01:00</c:v>
                </c:pt>
                <c:pt idx="1231">
                  <c:v>2013-11-09 13:10:00+01:00</c:v>
                </c:pt>
                <c:pt idx="1232">
                  <c:v>2013-11-09 13:20:00+01:00</c:v>
                </c:pt>
                <c:pt idx="1233">
                  <c:v>2013-11-09 13:30:00+01:00</c:v>
                </c:pt>
                <c:pt idx="1234">
                  <c:v>2013-11-09 13:40:00+01:00</c:v>
                </c:pt>
                <c:pt idx="1235">
                  <c:v>2013-11-09 13:50:00+01:00</c:v>
                </c:pt>
                <c:pt idx="1236">
                  <c:v>2013-11-09 14:00:00+01:00</c:v>
                </c:pt>
                <c:pt idx="1237">
                  <c:v>2013-11-09 14:10:00+01:00</c:v>
                </c:pt>
                <c:pt idx="1238">
                  <c:v>2013-11-09 14:20:00+01:00</c:v>
                </c:pt>
                <c:pt idx="1239">
                  <c:v>2013-11-09 14:30:00+01:00</c:v>
                </c:pt>
                <c:pt idx="1240">
                  <c:v>2013-11-09 14:40:00+01:00</c:v>
                </c:pt>
                <c:pt idx="1241">
                  <c:v>2013-11-09 14:50:00+01:00</c:v>
                </c:pt>
                <c:pt idx="1242">
                  <c:v>2013-11-09 15:00:00+01:00</c:v>
                </c:pt>
                <c:pt idx="1243">
                  <c:v>2013-11-09 15:10:00+01:00</c:v>
                </c:pt>
                <c:pt idx="1244">
                  <c:v>2013-11-09 15:20:00+01:00</c:v>
                </c:pt>
                <c:pt idx="1245">
                  <c:v>2013-11-09 15:30:00+01:00</c:v>
                </c:pt>
                <c:pt idx="1246">
                  <c:v>2013-11-09 15:40:00+01:00</c:v>
                </c:pt>
                <c:pt idx="1247">
                  <c:v>2013-11-09 15:50:00+01:00</c:v>
                </c:pt>
                <c:pt idx="1248">
                  <c:v>2013-11-09 16:00:00+01:00</c:v>
                </c:pt>
                <c:pt idx="1249">
                  <c:v>2013-11-09 16:10:00+01:00</c:v>
                </c:pt>
                <c:pt idx="1250">
                  <c:v>2013-11-09 16:20:00+01:00</c:v>
                </c:pt>
                <c:pt idx="1251">
                  <c:v>2013-11-09 16:30:00+01:00</c:v>
                </c:pt>
                <c:pt idx="1252">
                  <c:v>2013-11-09 16:40:00+01:00</c:v>
                </c:pt>
                <c:pt idx="1253">
                  <c:v>2013-11-09 16:50:00+01:00</c:v>
                </c:pt>
                <c:pt idx="1254">
                  <c:v>2013-11-09 17:00:00+01:00</c:v>
                </c:pt>
                <c:pt idx="1255">
                  <c:v>2013-11-09 17:10:00+01:00</c:v>
                </c:pt>
                <c:pt idx="1256">
                  <c:v>2013-11-09 17:20:00+01:00</c:v>
                </c:pt>
                <c:pt idx="1257">
                  <c:v>2013-11-09 17:30:00+01:00</c:v>
                </c:pt>
                <c:pt idx="1258">
                  <c:v>2013-11-09 17:40:00+01:00</c:v>
                </c:pt>
                <c:pt idx="1259">
                  <c:v>2013-11-09 17:50:00+01:00</c:v>
                </c:pt>
                <c:pt idx="1260">
                  <c:v>2013-11-09 18:00:00+01:00</c:v>
                </c:pt>
                <c:pt idx="1261">
                  <c:v>2013-11-09 18:10:00+01:00</c:v>
                </c:pt>
                <c:pt idx="1262">
                  <c:v>2013-11-09 18:20:00+01:00</c:v>
                </c:pt>
                <c:pt idx="1263">
                  <c:v>2013-11-09 18:30:00+01:00</c:v>
                </c:pt>
                <c:pt idx="1264">
                  <c:v>2013-11-09 18:40:00+01:00</c:v>
                </c:pt>
                <c:pt idx="1265">
                  <c:v>2013-11-09 18:50:00+01:00</c:v>
                </c:pt>
                <c:pt idx="1266">
                  <c:v>2013-11-09 19:00:00+01:00</c:v>
                </c:pt>
                <c:pt idx="1267">
                  <c:v>2013-11-09 19:10:00+01:00</c:v>
                </c:pt>
                <c:pt idx="1268">
                  <c:v>2013-11-09 19:20:00+01:00</c:v>
                </c:pt>
                <c:pt idx="1269">
                  <c:v>2013-11-09 19:30:00+01:00</c:v>
                </c:pt>
                <c:pt idx="1270">
                  <c:v>2013-11-09 19:40:00+01:00</c:v>
                </c:pt>
                <c:pt idx="1271">
                  <c:v>2013-11-09 19:50:00+01:00</c:v>
                </c:pt>
                <c:pt idx="1272">
                  <c:v>2013-11-09 20:00:00+01:00</c:v>
                </c:pt>
                <c:pt idx="1273">
                  <c:v>2013-11-09 20:10:00+01:00</c:v>
                </c:pt>
                <c:pt idx="1274">
                  <c:v>2013-11-09 20:20:00+01:00</c:v>
                </c:pt>
                <c:pt idx="1275">
                  <c:v>2013-11-09 20:30:00+01:00</c:v>
                </c:pt>
                <c:pt idx="1276">
                  <c:v>2013-11-09 20:40:00+01:00</c:v>
                </c:pt>
                <c:pt idx="1277">
                  <c:v>2013-11-09 20:50:00+01:00</c:v>
                </c:pt>
                <c:pt idx="1278">
                  <c:v>2013-11-09 21:00:00+01:00</c:v>
                </c:pt>
                <c:pt idx="1279">
                  <c:v>2013-11-09 21:10:00+01:00</c:v>
                </c:pt>
                <c:pt idx="1280">
                  <c:v>2013-11-09 21:20:00+01:00</c:v>
                </c:pt>
                <c:pt idx="1281">
                  <c:v>2013-11-09 21:30:00+01:00</c:v>
                </c:pt>
                <c:pt idx="1282">
                  <c:v>2013-11-09 21:40:00+01:00</c:v>
                </c:pt>
                <c:pt idx="1283">
                  <c:v>2013-11-09 21:50:00+01:00</c:v>
                </c:pt>
                <c:pt idx="1284">
                  <c:v>2013-11-09 22:00:00+01:00</c:v>
                </c:pt>
                <c:pt idx="1285">
                  <c:v>2013-11-09 22:10:00+01:00</c:v>
                </c:pt>
                <c:pt idx="1286">
                  <c:v>2013-11-09 22:20:00+01:00</c:v>
                </c:pt>
                <c:pt idx="1287">
                  <c:v>2013-11-09 22:30:00+01:00</c:v>
                </c:pt>
                <c:pt idx="1288">
                  <c:v>2013-11-09 22:40:00+01:00</c:v>
                </c:pt>
                <c:pt idx="1289">
                  <c:v>2013-11-09 22:50:00+01:00</c:v>
                </c:pt>
                <c:pt idx="1290">
                  <c:v>2013-11-09 23:00:00+01:00</c:v>
                </c:pt>
                <c:pt idx="1291">
                  <c:v>2013-11-09 23:10:00+01:00</c:v>
                </c:pt>
                <c:pt idx="1292">
                  <c:v>2013-11-09 23:20:00+01:00</c:v>
                </c:pt>
                <c:pt idx="1293">
                  <c:v>2013-11-09 23:30:00+01:00</c:v>
                </c:pt>
                <c:pt idx="1294">
                  <c:v>2013-11-09 23:40:00+01:00</c:v>
                </c:pt>
                <c:pt idx="1295">
                  <c:v>2013-11-09 23:50:00+01:00</c:v>
                </c:pt>
                <c:pt idx="1296">
                  <c:v>2013-11-10 00:00:00+01:00</c:v>
                </c:pt>
                <c:pt idx="1297">
                  <c:v>2013-11-10 00:10:00+01:00</c:v>
                </c:pt>
                <c:pt idx="1298">
                  <c:v>2013-11-10 00:20:00+01:00</c:v>
                </c:pt>
                <c:pt idx="1299">
                  <c:v>2013-11-10 00:30:00+01:00</c:v>
                </c:pt>
                <c:pt idx="1300">
                  <c:v>2013-11-10 00:40:00+01:00</c:v>
                </c:pt>
                <c:pt idx="1301">
                  <c:v>2013-11-10 00:50:00+01:00</c:v>
                </c:pt>
                <c:pt idx="1302">
                  <c:v>2013-11-10 01:00:00+01:00</c:v>
                </c:pt>
                <c:pt idx="1303">
                  <c:v>2013-11-10 01:10:00+01:00</c:v>
                </c:pt>
                <c:pt idx="1304">
                  <c:v>2013-11-10 01:20:00+01:00</c:v>
                </c:pt>
                <c:pt idx="1305">
                  <c:v>2013-11-10 01:30:00+01:00</c:v>
                </c:pt>
                <c:pt idx="1306">
                  <c:v>2013-11-10 01:40:00+01:00</c:v>
                </c:pt>
                <c:pt idx="1307">
                  <c:v>2013-11-10 01:50:00+01:00</c:v>
                </c:pt>
                <c:pt idx="1308">
                  <c:v>2013-11-10 02:00:00+01:00</c:v>
                </c:pt>
                <c:pt idx="1309">
                  <c:v>2013-11-10 02:10:00+01:00</c:v>
                </c:pt>
                <c:pt idx="1310">
                  <c:v>2013-11-10 02:20:00+01:00</c:v>
                </c:pt>
                <c:pt idx="1311">
                  <c:v>2013-11-10 02:30:00+01:00</c:v>
                </c:pt>
                <c:pt idx="1312">
                  <c:v>2013-11-10 02:40:00+01:00</c:v>
                </c:pt>
                <c:pt idx="1313">
                  <c:v>2013-11-10 02:50:00+01:00</c:v>
                </c:pt>
                <c:pt idx="1314">
                  <c:v>2013-11-10 03:00:00+01:00</c:v>
                </c:pt>
                <c:pt idx="1315">
                  <c:v>2013-11-10 03:10:00+01:00</c:v>
                </c:pt>
                <c:pt idx="1316">
                  <c:v>2013-11-10 03:20:00+01:00</c:v>
                </c:pt>
                <c:pt idx="1317">
                  <c:v>2013-11-10 03:30:00+01:00</c:v>
                </c:pt>
                <c:pt idx="1318">
                  <c:v>2013-11-10 03:40:00+01:00</c:v>
                </c:pt>
                <c:pt idx="1319">
                  <c:v>2013-11-10 03:50:00+01:00</c:v>
                </c:pt>
                <c:pt idx="1320">
                  <c:v>2013-11-10 04:00:00+01:00</c:v>
                </c:pt>
                <c:pt idx="1321">
                  <c:v>2013-11-10 04:10:00+01:00</c:v>
                </c:pt>
                <c:pt idx="1322">
                  <c:v>2013-11-10 04:20:00+01:00</c:v>
                </c:pt>
                <c:pt idx="1323">
                  <c:v>2013-11-10 04:30:00+01:00</c:v>
                </c:pt>
                <c:pt idx="1324">
                  <c:v>2013-11-10 04:40:00+01:00</c:v>
                </c:pt>
                <c:pt idx="1325">
                  <c:v>2013-11-10 04:50:00+01:00</c:v>
                </c:pt>
                <c:pt idx="1326">
                  <c:v>2013-11-10 05:00:00+01:00</c:v>
                </c:pt>
                <c:pt idx="1327">
                  <c:v>2013-11-10 05:10:00+01:00</c:v>
                </c:pt>
                <c:pt idx="1328">
                  <c:v>2013-11-10 05:20:00+01:00</c:v>
                </c:pt>
                <c:pt idx="1329">
                  <c:v>2013-11-10 05:30:00+01:00</c:v>
                </c:pt>
                <c:pt idx="1330">
                  <c:v>2013-11-10 05:40:00+01:00</c:v>
                </c:pt>
                <c:pt idx="1331">
                  <c:v>2013-11-10 05:50:00+01:00</c:v>
                </c:pt>
                <c:pt idx="1332">
                  <c:v>2013-11-10 06:00:00+01:00</c:v>
                </c:pt>
                <c:pt idx="1333">
                  <c:v>2013-11-10 06:10:00+01:00</c:v>
                </c:pt>
                <c:pt idx="1334">
                  <c:v>2013-11-10 06:20:00+01:00</c:v>
                </c:pt>
                <c:pt idx="1335">
                  <c:v>2013-11-10 06:30:00+01:00</c:v>
                </c:pt>
                <c:pt idx="1336">
                  <c:v>2013-11-10 06:40:00+01:00</c:v>
                </c:pt>
                <c:pt idx="1337">
                  <c:v>2013-11-10 06:50:00+01:00</c:v>
                </c:pt>
                <c:pt idx="1338">
                  <c:v>2013-11-10 07:00:00+01:00</c:v>
                </c:pt>
                <c:pt idx="1339">
                  <c:v>2013-11-10 07:10:00+01:00</c:v>
                </c:pt>
                <c:pt idx="1340">
                  <c:v>2013-11-10 07:20:00+01:00</c:v>
                </c:pt>
                <c:pt idx="1341">
                  <c:v>2013-11-10 07:30:00+01:00</c:v>
                </c:pt>
                <c:pt idx="1342">
                  <c:v>2013-11-10 07:40:00+01:00</c:v>
                </c:pt>
                <c:pt idx="1343">
                  <c:v>2013-11-10 07:50:00+01:00</c:v>
                </c:pt>
                <c:pt idx="1344">
                  <c:v>2013-11-10 08:00:00+01:00</c:v>
                </c:pt>
                <c:pt idx="1345">
                  <c:v>2013-11-10 08:10:00+01:00</c:v>
                </c:pt>
                <c:pt idx="1346">
                  <c:v>2013-11-10 08:20:00+01:00</c:v>
                </c:pt>
                <c:pt idx="1347">
                  <c:v>2013-11-10 08:30:00+01:00</c:v>
                </c:pt>
                <c:pt idx="1348">
                  <c:v>2013-11-10 08:40:00+01:00</c:v>
                </c:pt>
                <c:pt idx="1349">
                  <c:v>2013-11-10 08:50:00+01:00</c:v>
                </c:pt>
                <c:pt idx="1350">
                  <c:v>2013-11-10 09:00:00+01:00</c:v>
                </c:pt>
                <c:pt idx="1351">
                  <c:v>2013-11-10 09:10:00+01:00</c:v>
                </c:pt>
                <c:pt idx="1352">
                  <c:v>2013-11-10 09:20:00+01:00</c:v>
                </c:pt>
                <c:pt idx="1353">
                  <c:v>2013-11-10 09:30:00+01:00</c:v>
                </c:pt>
                <c:pt idx="1354">
                  <c:v>2013-11-10 09:40:00+01:00</c:v>
                </c:pt>
                <c:pt idx="1355">
                  <c:v>2013-11-10 09:50:00+01:00</c:v>
                </c:pt>
                <c:pt idx="1356">
                  <c:v>2013-11-10 10:00:00+01:00</c:v>
                </c:pt>
                <c:pt idx="1357">
                  <c:v>2013-11-10 10:10:00+01:00</c:v>
                </c:pt>
                <c:pt idx="1358">
                  <c:v>2013-11-10 10:20:00+01:00</c:v>
                </c:pt>
                <c:pt idx="1359">
                  <c:v>2013-11-10 10:30:00+01:00</c:v>
                </c:pt>
                <c:pt idx="1360">
                  <c:v>2013-11-10 10:40:00+01:00</c:v>
                </c:pt>
                <c:pt idx="1361">
                  <c:v>2013-11-10 10:50:00+01:00</c:v>
                </c:pt>
                <c:pt idx="1362">
                  <c:v>2013-11-10 11:00:00+01:00</c:v>
                </c:pt>
                <c:pt idx="1363">
                  <c:v>2013-11-10 11:10:00+01:00</c:v>
                </c:pt>
                <c:pt idx="1364">
                  <c:v>2013-11-10 11:20:00+01:00</c:v>
                </c:pt>
                <c:pt idx="1365">
                  <c:v>2013-11-10 11:30:00+01:00</c:v>
                </c:pt>
                <c:pt idx="1366">
                  <c:v>2013-11-10 11:40:00+01:00</c:v>
                </c:pt>
                <c:pt idx="1367">
                  <c:v>2013-11-10 11:50:00+01:00</c:v>
                </c:pt>
                <c:pt idx="1368">
                  <c:v>2013-11-10 12:00:00+01:00</c:v>
                </c:pt>
                <c:pt idx="1369">
                  <c:v>2013-11-10 12:10:00+01:00</c:v>
                </c:pt>
                <c:pt idx="1370">
                  <c:v>2013-11-10 12:20:00+01:00</c:v>
                </c:pt>
                <c:pt idx="1371">
                  <c:v>2013-11-10 12:30:00+01:00</c:v>
                </c:pt>
                <c:pt idx="1372">
                  <c:v>2013-11-10 12:40:00+01:00</c:v>
                </c:pt>
                <c:pt idx="1373">
                  <c:v>2013-11-10 12:50:00+01:00</c:v>
                </c:pt>
                <c:pt idx="1374">
                  <c:v>2013-11-10 13:00:00+01:00</c:v>
                </c:pt>
                <c:pt idx="1375">
                  <c:v>2013-11-10 13:10:00+01:00</c:v>
                </c:pt>
                <c:pt idx="1376">
                  <c:v>2013-11-10 13:20:00+01:00</c:v>
                </c:pt>
                <c:pt idx="1377">
                  <c:v>2013-11-10 13:30:00+01:00</c:v>
                </c:pt>
                <c:pt idx="1378">
                  <c:v>2013-11-10 13:40:00+01:00</c:v>
                </c:pt>
                <c:pt idx="1379">
                  <c:v>2013-11-10 13:50:00+01:00</c:v>
                </c:pt>
                <c:pt idx="1380">
                  <c:v>2013-11-10 14:00:00+01:00</c:v>
                </c:pt>
                <c:pt idx="1381">
                  <c:v>2013-11-10 14:10:00+01:00</c:v>
                </c:pt>
                <c:pt idx="1382">
                  <c:v>2013-11-10 14:20:00+01:00</c:v>
                </c:pt>
                <c:pt idx="1383">
                  <c:v>2013-11-10 14:30:00+01:00</c:v>
                </c:pt>
                <c:pt idx="1384">
                  <c:v>2013-11-10 14:40:00+01:00</c:v>
                </c:pt>
                <c:pt idx="1385">
                  <c:v>2013-11-10 14:50:00+01:00</c:v>
                </c:pt>
                <c:pt idx="1386">
                  <c:v>2013-11-10 15:00:00+01:00</c:v>
                </c:pt>
                <c:pt idx="1387">
                  <c:v>2013-11-10 15:10:00+01:00</c:v>
                </c:pt>
                <c:pt idx="1388">
                  <c:v>2013-11-10 15:20:00+01:00</c:v>
                </c:pt>
                <c:pt idx="1389">
                  <c:v>2013-11-10 15:30:00+01:00</c:v>
                </c:pt>
                <c:pt idx="1390">
                  <c:v>2013-11-10 15:40:00+01:00</c:v>
                </c:pt>
                <c:pt idx="1391">
                  <c:v>2013-11-10 15:50:00+01:00</c:v>
                </c:pt>
                <c:pt idx="1392">
                  <c:v>2013-11-10 16:00:00+01:00</c:v>
                </c:pt>
                <c:pt idx="1393">
                  <c:v>2013-11-10 16:10:00+01:00</c:v>
                </c:pt>
                <c:pt idx="1394">
                  <c:v>2013-11-10 16:20:00+01:00</c:v>
                </c:pt>
                <c:pt idx="1395">
                  <c:v>2013-11-10 16:30:00+01:00</c:v>
                </c:pt>
                <c:pt idx="1396">
                  <c:v>2013-11-10 16:40:00+01:00</c:v>
                </c:pt>
                <c:pt idx="1397">
                  <c:v>2013-11-10 16:50:00+01:00</c:v>
                </c:pt>
                <c:pt idx="1398">
                  <c:v>2013-11-10 17:00:00+01:00</c:v>
                </c:pt>
                <c:pt idx="1399">
                  <c:v>2013-11-10 17:10:00+01:00</c:v>
                </c:pt>
                <c:pt idx="1400">
                  <c:v>2013-11-10 17:20:00+01:00</c:v>
                </c:pt>
                <c:pt idx="1401">
                  <c:v>2013-11-10 17:30:00+01:00</c:v>
                </c:pt>
                <c:pt idx="1402">
                  <c:v>2013-11-10 17:40:00+01:00</c:v>
                </c:pt>
                <c:pt idx="1403">
                  <c:v>2013-11-10 17:50:00+01:00</c:v>
                </c:pt>
                <c:pt idx="1404">
                  <c:v>2013-11-10 18:00:00+01:00</c:v>
                </c:pt>
                <c:pt idx="1405">
                  <c:v>2013-11-10 18:10:00+01:00</c:v>
                </c:pt>
                <c:pt idx="1406">
                  <c:v>2013-11-10 18:20:00+01:00</c:v>
                </c:pt>
                <c:pt idx="1407">
                  <c:v>2013-11-10 18:30:00+01:00</c:v>
                </c:pt>
                <c:pt idx="1408">
                  <c:v>2013-11-10 18:40:00+01:00</c:v>
                </c:pt>
                <c:pt idx="1409">
                  <c:v>2013-11-10 18:50:00+01:00</c:v>
                </c:pt>
                <c:pt idx="1410">
                  <c:v>2013-11-10 19:00:00+01:00</c:v>
                </c:pt>
                <c:pt idx="1411">
                  <c:v>2013-11-10 19:10:00+01:00</c:v>
                </c:pt>
                <c:pt idx="1412">
                  <c:v>2013-11-10 19:20:00+01:00</c:v>
                </c:pt>
                <c:pt idx="1413">
                  <c:v>2013-11-10 19:30:00+01:00</c:v>
                </c:pt>
                <c:pt idx="1414">
                  <c:v>2013-11-10 19:40:00+01:00</c:v>
                </c:pt>
                <c:pt idx="1415">
                  <c:v>2013-11-10 19:50:00+01:00</c:v>
                </c:pt>
                <c:pt idx="1416">
                  <c:v>2013-11-10 20:00:00+01:00</c:v>
                </c:pt>
                <c:pt idx="1417">
                  <c:v>2013-11-10 20:10:00+01:00</c:v>
                </c:pt>
                <c:pt idx="1418">
                  <c:v>2013-11-10 20:20:00+01:00</c:v>
                </c:pt>
                <c:pt idx="1419">
                  <c:v>2013-11-10 20:30:00+01:00</c:v>
                </c:pt>
                <c:pt idx="1420">
                  <c:v>2013-11-10 20:40:00+01:00</c:v>
                </c:pt>
                <c:pt idx="1421">
                  <c:v>2013-11-10 20:50:00+01:00</c:v>
                </c:pt>
                <c:pt idx="1422">
                  <c:v>2013-11-10 21:00:00+01:00</c:v>
                </c:pt>
                <c:pt idx="1423">
                  <c:v>2013-11-10 21:10:00+01:00</c:v>
                </c:pt>
                <c:pt idx="1424">
                  <c:v>2013-11-10 21:20:00+01:00</c:v>
                </c:pt>
                <c:pt idx="1425">
                  <c:v>2013-11-10 21:30:00+01:00</c:v>
                </c:pt>
                <c:pt idx="1426">
                  <c:v>2013-11-10 21:40:00+01:00</c:v>
                </c:pt>
                <c:pt idx="1427">
                  <c:v>2013-11-10 21:50:00+01:00</c:v>
                </c:pt>
                <c:pt idx="1428">
                  <c:v>2013-11-10 22:00:00+01:00</c:v>
                </c:pt>
                <c:pt idx="1429">
                  <c:v>2013-11-10 22:10:00+01:00</c:v>
                </c:pt>
                <c:pt idx="1430">
                  <c:v>2013-11-10 22:20:00+01:00</c:v>
                </c:pt>
                <c:pt idx="1431">
                  <c:v>2013-11-10 22:30:00+01:00</c:v>
                </c:pt>
                <c:pt idx="1432">
                  <c:v>2013-11-10 22:40:00+01:00</c:v>
                </c:pt>
                <c:pt idx="1433">
                  <c:v>2013-11-10 22:50:00+01:00</c:v>
                </c:pt>
                <c:pt idx="1434">
                  <c:v>2013-11-10 23:00:00+01:00</c:v>
                </c:pt>
                <c:pt idx="1435">
                  <c:v>2013-11-10 23:10:00+01:00</c:v>
                </c:pt>
                <c:pt idx="1436">
                  <c:v>2013-11-10 23:20:00+01:00</c:v>
                </c:pt>
                <c:pt idx="1437">
                  <c:v>2013-11-10 23:30:00+01:00</c:v>
                </c:pt>
                <c:pt idx="1438">
                  <c:v>2013-11-10 23:40:00+01:00</c:v>
                </c:pt>
                <c:pt idx="1439">
                  <c:v>2013-11-10 23:50:00+01:00</c:v>
                </c:pt>
                <c:pt idx="1440">
                  <c:v>2013-11-11 00:00:00+01:00</c:v>
                </c:pt>
                <c:pt idx="1441">
                  <c:v>2013-11-11 00:10:00+01:00</c:v>
                </c:pt>
                <c:pt idx="1442">
                  <c:v>2013-11-11 00:20:00+01:00</c:v>
                </c:pt>
                <c:pt idx="1443">
                  <c:v>2013-11-11 00:30:00+01:00</c:v>
                </c:pt>
                <c:pt idx="1444">
                  <c:v>2013-11-11 00:40:00+01:00</c:v>
                </c:pt>
                <c:pt idx="1445">
                  <c:v>2013-11-11 00:50:00+01:00</c:v>
                </c:pt>
                <c:pt idx="1446">
                  <c:v>2013-11-11 01:00:00+01:00</c:v>
                </c:pt>
                <c:pt idx="1447">
                  <c:v>2013-11-11 01:10:00+01:00</c:v>
                </c:pt>
                <c:pt idx="1448">
                  <c:v>2013-11-11 01:20:00+01:00</c:v>
                </c:pt>
                <c:pt idx="1449">
                  <c:v>2013-11-11 01:30:00+01:00</c:v>
                </c:pt>
                <c:pt idx="1450">
                  <c:v>2013-11-11 01:40:00+01:00</c:v>
                </c:pt>
                <c:pt idx="1451">
                  <c:v>2013-11-11 01:50:00+01:00</c:v>
                </c:pt>
                <c:pt idx="1452">
                  <c:v>2013-11-11 02:00:00+01:00</c:v>
                </c:pt>
                <c:pt idx="1453">
                  <c:v>2013-11-11 02:10:00+01:00</c:v>
                </c:pt>
                <c:pt idx="1454">
                  <c:v>2013-11-11 02:20:00+01:00</c:v>
                </c:pt>
                <c:pt idx="1455">
                  <c:v>2013-11-11 02:30:00+01:00</c:v>
                </c:pt>
                <c:pt idx="1456">
                  <c:v>2013-11-11 02:40:00+01:00</c:v>
                </c:pt>
                <c:pt idx="1457">
                  <c:v>2013-11-11 02:50:00+01:00</c:v>
                </c:pt>
                <c:pt idx="1458">
                  <c:v>2013-11-11 03:00:00+01:00</c:v>
                </c:pt>
                <c:pt idx="1459">
                  <c:v>2013-11-11 03:10:00+01:00</c:v>
                </c:pt>
                <c:pt idx="1460">
                  <c:v>2013-11-11 03:20:00+01:00</c:v>
                </c:pt>
                <c:pt idx="1461">
                  <c:v>2013-11-11 03:30:00+01:00</c:v>
                </c:pt>
                <c:pt idx="1462">
                  <c:v>2013-11-11 03:40:00+01:00</c:v>
                </c:pt>
                <c:pt idx="1463">
                  <c:v>2013-11-11 03:50:00+01:00</c:v>
                </c:pt>
                <c:pt idx="1464">
                  <c:v>2013-11-11 04:00:00+01:00</c:v>
                </c:pt>
                <c:pt idx="1465">
                  <c:v>2013-11-11 04:10:00+01:00</c:v>
                </c:pt>
                <c:pt idx="1466">
                  <c:v>2013-11-11 04:20:00+01:00</c:v>
                </c:pt>
                <c:pt idx="1467">
                  <c:v>2013-11-11 04:30:00+01:00</c:v>
                </c:pt>
                <c:pt idx="1468">
                  <c:v>2013-11-11 04:40:00+01:00</c:v>
                </c:pt>
                <c:pt idx="1469">
                  <c:v>2013-11-11 04:50:00+01:00</c:v>
                </c:pt>
                <c:pt idx="1470">
                  <c:v>2013-11-11 05:00:00+01:00</c:v>
                </c:pt>
                <c:pt idx="1471">
                  <c:v>2013-11-11 05:10:00+01:00</c:v>
                </c:pt>
                <c:pt idx="1472">
                  <c:v>2013-11-11 05:20:00+01:00</c:v>
                </c:pt>
                <c:pt idx="1473">
                  <c:v>2013-11-11 05:30:00+01:00</c:v>
                </c:pt>
                <c:pt idx="1474">
                  <c:v>2013-11-11 05:40:00+01:00</c:v>
                </c:pt>
                <c:pt idx="1475">
                  <c:v>2013-11-11 05:50:00+01:00</c:v>
                </c:pt>
                <c:pt idx="1476">
                  <c:v>2013-11-11 06:00:00+01:00</c:v>
                </c:pt>
                <c:pt idx="1477">
                  <c:v>2013-11-11 06:10:00+01:00</c:v>
                </c:pt>
                <c:pt idx="1478">
                  <c:v>2013-11-11 06:20:00+01:00</c:v>
                </c:pt>
                <c:pt idx="1479">
                  <c:v>2013-11-11 06:30:00+01:00</c:v>
                </c:pt>
                <c:pt idx="1480">
                  <c:v>2013-11-11 06:40:00+01:00</c:v>
                </c:pt>
                <c:pt idx="1481">
                  <c:v>2013-11-11 06:50:00+01:00</c:v>
                </c:pt>
                <c:pt idx="1482">
                  <c:v>2013-11-11 07:00:00+01:00</c:v>
                </c:pt>
                <c:pt idx="1483">
                  <c:v>2013-11-11 07:10:00+01:00</c:v>
                </c:pt>
                <c:pt idx="1484">
                  <c:v>2013-11-11 07:20:00+01:00</c:v>
                </c:pt>
                <c:pt idx="1485">
                  <c:v>2013-11-11 07:30:00+01:00</c:v>
                </c:pt>
                <c:pt idx="1486">
                  <c:v>2013-11-11 07:40:00+01:00</c:v>
                </c:pt>
                <c:pt idx="1487">
                  <c:v>2013-11-11 07:50:00+01:00</c:v>
                </c:pt>
                <c:pt idx="1488">
                  <c:v>2013-11-11 08:00:00+01:00</c:v>
                </c:pt>
                <c:pt idx="1489">
                  <c:v>2013-11-11 08:10:00+01:00</c:v>
                </c:pt>
                <c:pt idx="1490">
                  <c:v>2013-11-11 08:20:00+01:00</c:v>
                </c:pt>
                <c:pt idx="1491">
                  <c:v>2013-11-11 08:30:00+01:00</c:v>
                </c:pt>
                <c:pt idx="1492">
                  <c:v>2013-11-11 08:40:00+01:00</c:v>
                </c:pt>
                <c:pt idx="1493">
                  <c:v>2013-11-11 08:50:00+01:00</c:v>
                </c:pt>
                <c:pt idx="1494">
                  <c:v>2013-11-11 09:00:00+01:00</c:v>
                </c:pt>
                <c:pt idx="1495">
                  <c:v>2013-11-11 09:10:00+01:00</c:v>
                </c:pt>
                <c:pt idx="1496">
                  <c:v>2013-11-11 09:20:00+01:00</c:v>
                </c:pt>
                <c:pt idx="1497">
                  <c:v>2013-11-11 09:30:00+01:00</c:v>
                </c:pt>
                <c:pt idx="1498">
                  <c:v>2013-11-11 09:40:00+01:00</c:v>
                </c:pt>
                <c:pt idx="1499">
                  <c:v>2013-11-11 09:50:00+01:00</c:v>
                </c:pt>
                <c:pt idx="1500">
                  <c:v>2013-11-11 10:00:00+01:00</c:v>
                </c:pt>
                <c:pt idx="1501">
                  <c:v>2013-11-11 10:10:00+01:00</c:v>
                </c:pt>
                <c:pt idx="1502">
                  <c:v>2013-11-11 10:20:00+01:00</c:v>
                </c:pt>
                <c:pt idx="1503">
                  <c:v>2013-11-11 10:30:00+01:00</c:v>
                </c:pt>
                <c:pt idx="1504">
                  <c:v>2013-11-11 10:40:00+01:00</c:v>
                </c:pt>
                <c:pt idx="1505">
                  <c:v>2013-11-11 10:50:00+01:00</c:v>
                </c:pt>
                <c:pt idx="1506">
                  <c:v>2013-11-11 11:00:00+01:00</c:v>
                </c:pt>
                <c:pt idx="1507">
                  <c:v>2013-11-11 11:10:00+01:00</c:v>
                </c:pt>
                <c:pt idx="1508">
                  <c:v>2013-11-11 11:20:00+01:00</c:v>
                </c:pt>
                <c:pt idx="1509">
                  <c:v>2013-11-11 11:30:00+01:00</c:v>
                </c:pt>
                <c:pt idx="1510">
                  <c:v>2013-11-11 11:40:00+01:00</c:v>
                </c:pt>
                <c:pt idx="1511">
                  <c:v>2013-11-11 11:50:00+01:00</c:v>
                </c:pt>
                <c:pt idx="1512">
                  <c:v>2013-11-11 12:00:00+01:00</c:v>
                </c:pt>
                <c:pt idx="1513">
                  <c:v>2013-11-11 12:10:00+01:00</c:v>
                </c:pt>
                <c:pt idx="1514">
                  <c:v>2013-11-11 12:20:00+01:00</c:v>
                </c:pt>
                <c:pt idx="1515">
                  <c:v>2013-11-11 12:30:00+01:00</c:v>
                </c:pt>
                <c:pt idx="1516">
                  <c:v>2013-11-11 12:40:00+01:00</c:v>
                </c:pt>
                <c:pt idx="1517">
                  <c:v>2013-11-11 12:50:00+01:00</c:v>
                </c:pt>
                <c:pt idx="1518">
                  <c:v>2013-11-11 13:00:00+01:00</c:v>
                </c:pt>
                <c:pt idx="1519">
                  <c:v>2013-11-11 13:10:00+01:00</c:v>
                </c:pt>
                <c:pt idx="1520">
                  <c:v>2013-11-11 13:20:00+01:00</c:v>
                </c:pt>
                <c:pt idx="1521">
                  <c:v>2013-11-11 13:30:00+01:00</c:v>
                </c:pt>
                <c:pt idx="1522">
                  <c:v>2013-11-11 13:40:00+01:00</c:v>
                </c:pt>
                <c:pt idx="1523">
                  <c:v>2013-11-11 13:50:00+01:00</c:v>
                </c:pt>
                <c:pt idx="1524">
                  <c:v>2013-11-11 14:00:00+01:00</c:v>
                </c:pt>
                <c:pt idx="1525">
                  <c:v>2013-11-11 14:10:00+01:00</c:v>
                </c:pt>
                <c:pt idx="1526">
                  <c:v>2013-11-11 14:20:00+01:00</c:v>
                </c:pt>
                <c:pt idx="1527">
                  <c:v>2013-11-11 14:30:00+01:00</c:v>
                </c:pt>
                <c:pt idx="1528">
                  <c:v>2013-11-11 14:40:00+01:00</c:v>
                </c:pt>
                <c:pt idx="1529">
                  <c:v>2013-11-11 14:50:00+01:00</c:v>
                </c:pt>
                <c:pt idx="1530">
                  <c:v>2013-11-11 15:00:00+01:00</c:v>
                </c:pt>
                <c:pt idx="1531">
                  <c:v>2013-11-11 15:10:00+01:00</c:v>
                </c:pt>
                <c:pt idx="1532">
                  <c:v>2013-11-11 15:20:00+01:00</c:v>
                </c:pt>
                <c:pt idx="1533">
                  <c:v>2013-11-11 15:30:00+01:00</c:v>
                </c:pt>
                <c:pt idx="1534">
                  <c:v>2013-11-11 15:40:00+01:00</c:v>
                </c:pt>
                <c:pt idx="1535">
                  <c:v>2013-11-11 15:50:00+01:00</c:v>
                </c:pt>
                <c:pt idx="1536">
                  <c:v>2013-11-11 16:00:00+01:00</c:v>
                </c:pt>
                <c:pt idx="1537">
                  <c:v>2013-11-11 16:10:00+01:00</c:v>
                </c:pt>
                <c:pt idx="1538">
                  <c:v>2013-11-11 16:20:00+01:00</c:v>
                </c:pt>
                <c:pt idx="1539">
                  <c:v>2013-11-11 16:30:00+01:00</c:v>
                </c:pt>
                <c:pt idx="1540">
                  <c:v>2013-11-11 16:40:00+01:00</c:v>
                </c:pt>
                <c:pt idx="1541">
                  <c:v>2013-11-11 16:50:00+01:00</c:v>
                </c:pt>
                <c:pt idx="1542">
                  <c:v>2013-11-11 17:00:00+01:00</c:v>
                </c:pt>
                <c:pt idx="1543">
                  <c:v>2013-11-11 17:10:00+01:00</c:v>
                </c:pt>
                <c:pt idx="1544">
                  <c:v>2013-11-11 17:20:00+01:00</c:v>
                </c:pt>
                <c:pt idx="1545">
                  <c:v>2013-11-11 17:30:00+01:00</c:v>
                </c:pt>
                <c:pt idx="1546">
                  <c:v>2013-11-11 17:40:00+01:00</c:v>
                </c:pt>
                <c:pt idx="1547">
                  <c:v>2013-11-11 17:50:00+01:00</c:v>
                </c:pt>
                <c:pt idx="1548">
                  <c:v>2013-11-11 18:00:00+01:00</c:v>
                </c:pt>
                <c:pt idx="1549">
                  <c:v>2013-11-11 18:10:00+01:00</c:v>
                </c:pt>
                <c:pt idx="1550">
                  <c:v>2013-11-11 18:20:00+01:00</c:v>
                </c:pt>
                <c:pt idx="1551">
                  <c:v>2013-11-11 18:30:00+01:00</c:v>
                </c:pt>
                <c:pt idx="1552">
                  <c:v>2013-11-11 18:40:00+01:00</c:v>
                </c:pt>
                <c:pt idx="1553">
                  <c:v>2013-11-11 18:50:00+01:00</c:v>
                </c:pt>
                <c:pt idx="1554">
                  <c:v>2013-11-11 19:00:00+01:00</c:v>
                </c:pt>
                <c:pt idx="1555">
                  <c:v>2013-11-11 19:10:00+01:00</c:v>
                </c:pt>
                <c:pt idx="1556">
                  <c:v>2013-11-11 19:20:00+01:00</c:v>
                </c:pt>
                <c:pt idx="1557">
                  <c:v>2013-11-11 19:30:00+01:00</c:v>
                </c:pt>
                <c:pt idx="1558">
                  <c:v>2013-11-11 19:40:00+01:00</c:v>
                </c:pt>
                <c:pt idx="1559">
                  <c:v>2013-11-11 19:50:00+01:00</c:v>
                </c:pt>
                <c:pt idx="1560">
                  <c:v>2013-11-11 20:00:00+01:00</c:v>
                </c:pt>
                <c:pt idx="1561">
                  <c:v>2013-11-11 20:10:00+01:00</c:v>
                </c:pt>
                <c:pt idx="1562">
                  <c:v>2013-11-11 20:20:00+01:00</c:v>
                </c:pt>
                <c:pt idx="1563">
                  <c:v>2013-11-11 20:30:00+01:00</c:v>
                </c:pt>
                <c:pt idx="1564">
                  <c:v>2013-11-11 20:40:00+01:00</c:v>
                </c:pt>
                <c:pt idx="1565">
                  <c:v>2013-11-11 20:50:00+01:00</c:v>
                </c:pt>
                <c:pt idx="1566">
                  <c:v>2013-11-11 21:00:00+01:00</c:v>
                </c:pt>
                <c:pt idx="1567">
                  <c:v>2013-11-11 21:10:00+01:00</c:v>
                </c:pt>
                <c:pt idx="1568">
                  <c:v>2013-11-11 21:20:00+01:00</c:v>
                </c:pt>
                <c:pt idx="1569">
                  <c:v>2013-11-11 21:30:00+01:00</c:v>
                </c:pt>
                <c:pt idx="1570">
                  <c:v>2013-11-11 21:40:00+01:00</c:v>
                </c:pt>
                <c:pt idx="1571">
                  <c:v>2013-11-11 21:50:00+01:00</c:v>
                </c:pt>
                <c:pt idx="1572">
                  <c:v>2013-11-11 22:00:00+01:00</c:v>
                </c:pt>
                <c:pt idx="1573">
                  <c:v>2013-11-11 22:10:00+01:00</c:v>
                </c:pt>
                <c:pt idx="1574">
                  <c:v>2013-11-11 22:20:00+01:00</c:v>
                </c:pt>
                <c:pt idx="1575">
                  <c:v>2013-11-11 22:30:00+01:00</c:v>
                </c:pt>
                <c:pt idx="1576">
                  <c:v>2013-11-11 22:40:00+01:00</c:v>
                </c:pt>
                <c:pt idx="1577">
                  <c:v>2013-11-11 22:50:00+01:00</c:v>
                </c:pt>
                <c:pt idx="1578">
                  <c:v>2013-11-11 23:00:00+01:00</c:v>
                </c:pt>
                <c:pt idx="1579">
                  <c:v>2013-11-11 23:10:00+01:00</c:v>
                </c:pt>
                <c:pt idx="1580">
                  <c:v>2013-11-11 23:20:00+01:00</c:v>
                </c:pt>
                <c:pt idx="1581">
                  <c:v>2013-11-11 23:30:00+01:00</c:v>
                </c:pt>
                <c:pt idx="1582">
                  <c:v>2013-11-11 23:40:00+01:00</c:v>
                </c:pt>
                <c:pt idx="1583">
                  <c:v>2013-11-11 23:50:00+01:00</c:v>
                </c:pt>
                <c:pt idx="1584">
                  <c:v>2013-11-12 00:00:00+01:00</c:v>
                </c:pt>
                <c:pt idx="1585">
                  <c:v>2013-11-12 00:10:00+01:00</c:v>
                </c:pt>
                <c:pt idx="1586">
                  <c:v>2013-11-12 00:20:00+01:00</c:v>
                </c:pt>
                <c:pt idx="1587">
                  <c:v>2013-11-12 00:30:00+01:00</c:v>
                </c:pt>
                <c:pt idx="1588">
                  <c:v>2013-11-12 00:40:00+01:00</c:v>
                </c:pt>
                <c:pt idx="1589">
                  <c:v>2013-11-12 00:50:00+01:00</c:v>
                </c:pt>
                <c:pt idx="1590">
                  <c:v>2013-11-12 01:00:00+01:00</c:v>
                </c:pt>
                <c:pt idx="1591">
                  <c:v>2013-11-12 01:10:00+01:00</c:v>
                </c:pt>
                <c:pt idx="1592">
                  <c:v>2013-11-12 01:20:00+01:00</c:v>
                </c:pt>
                <c:pt idx="1593">
                  <c:v>2013-11-12 01:30:00+01:00</c:v>
                </c:pt>
                <c:pt idx="1594">
                  <c:v>2013-11-12 01:40:00+01:00</c:v>
                </c:pt>
                <c:pt idx="1595">
                  <c:v>2013-11-12 01:50:00+01:00</c:v>
                </c:pt>
                <c:pt idx="1596">
                  <c:v>2013-11-12 02:00:00+01:00</c:v>
                </c:pt>
                <c:pt idx="1597">
                  <c:v>2013-11-12 02:10:00+01:00</c:v>
                </c:pt>
                <c:pt idx="1598">
                  <c:v>2013-11-12 02:20:00+01:00</c:v>
                </c:pt>
                <c:pt idx="1599">
                  <c:v>2013-11-12 02:30:00+01:00</c:v>
                </c:pt>
                <c:pt idx="1600">
                  <c:v>2013-11-12 02:40:00+01:00</c:v>
                </c:pt>
                <c:pt idx="1601">
                  <c:v>2013-11-12 02:50:00+01:00</c:v>
                </c:pt>
                <c:pt idx="1602">
                  <c:v>2013-11-12 03:00:00+01:00</c:v>
                </c:pt>
                <c:pt idx="1603">
                  <c:v>2013-11-12 03:10:00+01:00</c:v>
                </c:pt>
                <c:pt idx="1604">
                  <c:v>2013-11-12 03:20:00+01:00</c:v>
                </c:pt>
                <c:pt idx="1605">
                  <c:v>2013-11-12 03:30:00+01:00</c:v>
                </c:pt>
                <c:pt idx="1606">
                  <c:v>2013-11-12 03:40:00+01:00</c:v>
                </c:pt>
                <c:pt idx="1607">
                  <c:v>2013-11-12 03:50:00+01:00</c:v>
                </c:pt>
                <c:pt idx="1608">
                  <c:v>2013-11-12 04:00:00+01:00</c:v>
                </c:pt>
                <c:pt idx="1609">
                  <c:v>2013-11-12 04:10:00+01:00</c:v>
                </c:pt>
                <c:pt idx="1610">
                  <c:v>2013-11-12 04:20:00+01:00</c:v>
                </c:pt>
                <c:pt idx="1611">
                  <c:v>2013-11-12 04:30:00+01:00</c:v>
                </c:pt>
                <c:pt idx="1612">
                  <c:v>2013-11-12 04:40:00+01:00</c:v>
                </c:pt>
                <c:pt idx="1613">
                  <c:v>2013-11-12 04:50:00+01:00</c:v>
                </c:pt>
                <c:pt idx="1614">
                  <c:v>2013-11-12 05:00:00+01:00</c:v>
                </c:pt>
                <c:pt idx="1615">
                  <c:v>2013-11-12 05:10:00+01:00</c:v>
                </c:pt>
                <c:pt idx="1616">
                  <c:v>2013-11-12 05:20:00+01:00</c:v>
                </c:pt>
                <c:pt idx="1617">
                  <c:v>2013-11-12 05:30:00+01:00</c:v>
                </c:pt>
                <c:pt idx="1618">
                  <c:v>2013-11-12 05:40:00+01:00</c:v>
                </c:pt>
                <c:pt idx="1619">
                  <c:v>2013-11-12 05:50:00+01:00</c:v>
                </c:pt>
                <c:pt idx="1620">
                  <c:v>2013-11-12 06:00:00+01:00</c:v>
                </c:pt>
                <c:pt idx="1621">
                  <c:v>2013-11-12 06:10:00+01:00</c:v>
                </c:pt>
                <c:pt idx="1622">
                  <c:v>2013-11-12 06:20:00+01:00</c:v>
                </c:pt>
                <c:pt idx="1623">
                  <c:v>2013-11-12 06:30:00+01:00</c:v>
                </c:pt>
                <c:pt idx="1624">
                  <c:v>2013-11-12 06:40:00+01:00</c:v>
                </c:pt>
                <c:pt idx="1625">
                  <c:v>2013-11-12 06:50:00+01:00</c:v>
                </c:pt>
                <c:pt idx="1626">
                  <c:v>2013-11-12 07:00:00+01:00</c:v>
                </c:pt>
                <c:pt idx="1627">
                  <c:v>2013-11-12 07:10:00+01:00</c:v>
                </c:pt>
                <c:pt idx="1628">
                  <c:v>2013-11-12 07:20:00+01:00</c:v>
                </c:pt>
                <c:pt idx="1629">
                  <c:v>2013-11-12 07:30:00+01:00</c:v>
                </c:pt>
                <c:pt idx="1630">
                  <c:v>2013-11-12 07:40:00+01:00</c:v>
                </c:pt>
                <c:pt idx="1631">
                  <c:v>2013-11-12 07:50:00+01:00</c:v>
                </c:pt>
                <c:pt idx="1632">
                  <c:v>2013-11-12 08:00:00+01:00</c:v>
                </c:pt>
                <c:pt idx="1633">
                  <c:v>2013-11-12 08:10:00+01:00</c:v>
                </c:pt>
                <c:pt idx="1634">
                  <c:v>2013-11-12 08:20:00+01:00</c:v>
                </c:pt>
                <c:pt idx="1635">
                  <c:v>2013-11-12 08:30:00+01:00</c:v>
                </c:pt>
                <c:pt idx="1636">
                  <c:v>2013-11-12 08:40:00+01:00</c:v>
                </c:pt>
                <c:pt idx="1637">
                  <c:v>2013-11-12 08:50:00+01:00</c:v>
                </c:pt>
                <c:pt idx="1638">
                  <c:v>2013-11-12 09:00:00+01:00</c:v>
                </c:pt>
                <c:pt idx="1639">
                  <c:v>2013-11-12 09:10:00+01:00</c:v>
                </c:pt>
                <c:pt idx="1640">
                  <c:v>2013-11-12 09:20:00+01:00</c:v>
                </c:pt>
                <c:pt idx="1641">
                  <c:v>2013-11-12 09:30:00+01:00</c:v>
                </c:pt>
                <c:pt idx="1642">
                  <c:v>2013-11-12 09:40:00+01:00</c:v>
                </c:pt>
                <c:pt idx="1643">
                  <c:v>2013-11-12 09:50:00+01:00</c:v>
                </c:pt>
                <c:pt idx="1644">
                  <c:v>2013-11-12 10:00:00+01:00</c:v>
                </c:pt>
                <c:pt idx="1645">
                  <c:v>2013-11-12 10:10:00+01:00</c:v>
                </c:pt>
                <c:pt idx="1646">
                  <c:v>2013-11-12 10:20:00+01:00</c:v>
                </c:pt>
                <c:pt idx="1647">
                  <c:v>2013-11-12 10:30:00+01:00</c:v>
                </c:pt>
                <c:pt idx="1648">
                  <c:v>2013-11-12 10:40:00+01:00</c:v>
                </c:pt>
                <c:pt idx="1649">
                  <c:v>2013-11-12 10:50:00+01:00</c:v>
                </c:pt>
                <c:pt idx="1650">
                  <c:v>2013-11-12 11:00:00+01:00</c:v>
                </c:pt>
                <c:pt idx="1651">
                  <c:v>2013-11-12 11:10:00+01:00</c:v>
                </c:pt>
                <c:pt idx="1652">
                  <c:v>2013-11-12 11:20:00+01:00</c:v>
                </c:pt>
                <c:pt idx="1653">
                  <c:v>2013-11-12 11:30:00+01:00</c:v>
                </c:pt>
                <c:pt idx="1654">
                  <c:v>2013-11-12 11:40:00+01:00</c:v>
                </c:pt>
                <c:pt idx="1655">
                  <c:v>2013-11-12 11:50:00+01:00</c:v>
                </c:pt>
                <c:pt idx="1656">
                  <c:v>2013-11-12 12:00:00+01:00</c:v>
                </c:pt>
                <c:pt idx="1657">
                  <c:v>2013-11-12 12:10:00+01:00</c:v>
                </c:pt>
                <c:pt idx="1658">
                  <c:v>2013-11-12 12:20:00+01:00</c:v>
                </c:pt>
                <c:pt idx="1659">
                  <c:v>2013-11-12 12:30:00+01:00</c:v>
                </c:pt>
                <c:pt idx="1660">
                  <c:v>2013-11-12 12:40:00+01:00</c:v>
                </c:pt>
                <c:pt idx="1661">
                  <c:v>2013-11-12 12:50:00+01:00</c:v>
                </c:pt>
                <c:pt idx="1662">
                  <c:v>2013-11-12 13:00:00+01:00</c:v>
                </c:pt>
                <c:pt idx="1663">
                  <c:v>2013-11-12 13:10:00+01:00</c:v>
                </c:pt>
                <c:pt idx="1664">
                  <c:v>2013-11-12 13:20:00+01:00</c:v>
                </c:pt>
                <c:pt idx="1665">
                  <c:v>2013-11-12 13:30:00+01:00</c:v>
                </c:pt>
                <c:pt idx="1666">
                  <c:v>2013-11-12 13:40:00+01:00</c:v>
                </c:pt>
                <c:pt idx="1667">
                  <c:v>2013-11-12 13:50:00+01:00</c:v>
                </c:pt>
                <c:pt idx="1668">
                  <c:v>2013-11-12 14:00:00+01:00</c:v>
                </c:pt>
                <c:pt idx="1669">
                  <c:v>2013-11-12 14:10:00+01:00</c:v>
                </c:pt>
                <c:pt idx="1670">
                  <c:v>2013-11-12 14:20:00+01:00</c:v>
                </c:pt>
                <c:pt idx="1671">
                  <c:v>2013-11-12 14:30:00+01:00</c:v>
                </c:pt>
                <c:pt idx="1672">
                  <c:v>2013-11-12 14:40:00+01:00</c:v>
                </c:pt>
                <c:pt idx="1673">
                  <c:v>2013-11-12 14:50:00+01:00</c:v>
                </c:pt>
                <c:pt idx="1674">
                  <c:v>2013-11-12 15:00:00+01:00</c:v>
                </c:pt>
                <c:pt idx="1675">
                  <c:v>2013-11-12 15:10:00+01:00</c:v>
                </c:pt>
                <c:pt idx="1676">
                  <c:v>2013-11-12 15:20:00+01:00</c:v>
                </c:pt>
                <c:pt idx="1677">
                  <c:v>2013-11-12 15:30:00+01:00</c:v>
                </c:pt>
                <c:pt idx="1678">
                  <c:v>2013-11-12 15:40:00+01:00</c:v>
                </c:pt>
                <c:pt idx="1679">
                  <c:v>2013-11-12 15:50:00+01:00</c:v>
                </c:pt>
                <c:pt idx="1680">
                  <c:v>2013-11-12 16:00:00+01:00</c:v>
                </c:pt>
                <c:pt idx="1681">
                  <c:v>2013-11-12 16:10:00+01:00</c:v>
                </c:pt>
                <c:pt idx="1682">
                  <c:v>2013-11-12 16:20:00+01:00</c:v>
                </c:pt>
                <c:pt idx="1683">
                  <c:v>2013-11-12 16:30:00+01:00</c:v>
                </c:pt>
                <c:pt idx="1684">
                  <c:v>2013-11-12 16:40:00+01:00</c:v>
                </c:pt>
                <c:pt idx="1685">
                  <c:v>2013-11-12 16:50:00+01:00</c:v>
                </c:pt>
                <c:pt idx="1686">
                  <c:v>2013-11-12 17:00:00+01:00</c:v>
                </c:pt>
                <c:pt idx="1687">
                  <c:v>2013-11-12 17:10:00+01:00</c:v>
                </c:pt>
                <c:pt idx="1688">
                  <c:v>2013-11-12 17:20:00+01:00</c:v>
                </c:pt>
                <c:pt idx="1689">
                  <c:v>2013-11-12 17:30:00+01:00</c:v>
                </c:pt>
                <c:pt idx="1690">
                  <c:v>2013-11-12 17:40:00+01:00</c:v>
                </c:pt>
                <c:pt idx="1691">
                  <c:v>2013-11-12 17:50:00+01:00</c:v>
                </c:pt>
                <c:pt idx="1692">
                  <c:v>2013-11-12 18:00:00+01:00</c:v>
                </c:pt>
                <c:pt idx="1693">
                  <c:v>2013-11-12 18:10:00+01:00</c:v>
                </c:pt>
                <c:pt idx="1694">
                  <c:v>2013-11-12 18:20:00+01:00</c:v>
                </c:pt>
                <c:pt idx="1695">
                  <c:v>2013-11-12 18:30:00+01:00</c:v>
                </c:pt>
                <c:pt idx="1696">
                  <c:v>2013-11-12 18:40:00+01:00</c:v>
                </c:pt>
                <c:pt idx="1697">
                  <c:v>2013-11-12 18:50:00+01:00</c:v>
                </c:pt>
                <c:pt idx="1698">
                  <c:v>2013-11-12 19:00:00+01:00</c:v>
                </c:pt>
                <c:pt idx="1699">
                  <c:v>2013-11-12 19:10:00+01:00</c:v>
                </c:pt>
                <c:pt idx="1700">
                  <c:v>2013-11-12 19:20:00+01:00</c:v>
                </c:pt>
                <c:pt idx="1701">
                  <c:v>2013-11-12 19:30:00+01:00</c:v>
                </c:pt>
                <c:pt idx="1702">
                  <c:v>2013-11-12 19:40:00+01:00</c:v>
                </c:pt>
                <c:pt idx="1703">
                  <c:v>2013-11-12 19:50:00+01:00</c:v>
                </c:pt>
                <c:pt idx="1704">
                  <c:v>2013-11-12 20:00:00+01:00</c:v>
                </c:pt>
                <c:pt idx="1705">
                  <c:v>2013-11-12 20:10:00+01:00</c:v>
                </c:pt>
                <c:pt idx="1706">
                  <c:v>2013-11-12 20:20:00+01:00</c:v>
                </c:pt>
                <c:pt idx="1707">
                  <c:v>2013-11-12 20:30:00+01:00</c:v>
                </c:pt>
                <c:pt idx="1708">
                  <c:v>2013-11-12 20:40:00+01:00</c:v>
                </c:pt>
                <c:pt idx="1709">
                  <c:v>2013-11-12 20:50:00+01:00</c:v>
                </c:pt>
                <c:pt idx="1710">
                  <c:v>2013-11-12 21:00:00+01:00</c:v>
                </c:pt>
                <c:pt idx="1711">
                  <c:v>2013-11-12 21:10:00+01:00</c:v>
                </c:pt>
                <c:pt idx="1712">
                  <c:v>2013-11-12 21:20:00+01:00</c:v>
                </c:pt>
                <c:pt idx="1713">
                  <c:v>2013-11-12 21:30:00+01:00</c:v>
                </c:pt>
                <c:pt idx="1714">
                  <c:v>2013-11-12 21:40:00+01:00</c:v>
                </c:pt>
                <c:pt idx="1715">
                  <c:v>2013-11-12 21:50:00+01:00</c:v>
                </c:pt>
                <c:pt idx="1716">
                  <c:v>2013-11-12 22:00:00+01:00</c:v>
                </c:pt>
                <c:pt idx="1717">
                  <c:v>2013-11-12 22:10:00+01:00</c:v>
                </c:pt>
                <c:pt idx="1718">
                  <c:v>2013-11-12 22:20:00+01:00</c:v>
                </c:pt>
                <c:pt idx="1719">
                  <c:v>2013-11-12 22:30:00+01:00</c:v>
                </c:pt>
                <c:pt idx="1720">
                  <c:v>2013-11-12 22:40:00+01:00</c:v>
                </c:pt>
                <c:pt idx="1721">
                  <c:v>2013-11-12 22:50:00+01:00</c:v>
                </c:pt>
                <c:pt idx="1722">
                  <c:v>2013-11-12 23:00:00+01:00</c:v>
                </c:pt>
                <c:pt idx="1723">
                  <c:v>2013-11-12 23:10:00+01:00</c:v>
                </c:pt>
                <c:pt idx="1724">
                  <c:v>2013-11-12 23:20:00+01:00</c:v>
                </c:pt>
                <c:pt idx="1725">
                  <c:v>2013-11-12 23:30:00+01:00</c:v>
                </c:pt>
                <c:pt idx="1726">
                  <c:v>2013-11-12 23:40:00+01:00</c:v>
                </c:pt>
                <c:pt idx="1727">
                  <c:v>2013-11-12 23:50:00+01:00</c:v>
                </c:pt>
                <c:pt idx="1728">
                  <c:v>2013-11-13 00:00:00+01:00</c:v>
                </c:pt>
                <c:pt idx="1729">
                  <c:v>2013-11-13 00:10:00+01:00</c:v>
                </c:pt>
                <c:pt idx="1730">
                  <c:v>2013-11-13 00:20:00+01:00</c:v>
                </c:pt>
                <c:pt idx="1731">
                  <c:v>2013-11-13 00:30:00+01:00</c:v>
                </c:pt>
                <c:pt idx="1732">
                  <c:v>2013-11-13 00:40:00+01:00</c:v>
                </c:pt>
                <c:pt idx="1733">
                  <c:v>2013-11-13 00:50:00+01:00</c:v>
                </c:pt>
                <c:pt idx="1734">
                  <c:v>2013-11-13 01:00:00+01:00</c:v>
                </c:pt>
                <c:pt idx="1735">
                  <c:v>2013-11-13 01:10:00+01:00</c:v>
                </c:pt>
                <c:pt idx="1736">
                  <c:v>2013-11-13 01:20:00+01:00</c:v>
                </c:pt>
                <c:pt idx="1737">
                  <c:v>2013-11-13 01:30:00+01:00</c:v>
                </c:pt>
                <c:pt idx="1738">
                  <c:v>2013-11-13 01:40:00+01:00</c:v>
                </c:pt>
                <c:pt idx="1739">
                  <c:v>2013-11-13 01:50:00+01:00</c:v>
                </c:pt>
                <c:pt idx="1740">
                  <c:v>2013-11-13 02:00:00+01:00</c:v>
                </c:pt>
                <c:pt idx="1741">
                  <c:v>2013-11-13 02:10:00+01:00</c:v>
                </c:pt>
                <c:pt idx="1742">
                  <c:v>2013-11-13 02:20:00+01:00</c:v>
                </c:pt>
                <c:pt idx="1743">
                  <c:v>2013-11-13 02:30:00+01:00</c:v>
                </c:pt>
                <c:pt idx="1744">
                  <c:v>2013-11-13 02:40:00+01:00</c:v>
                </c:pt>
                <c:pt idx="1745">
                  <c:v>2013-11-13 02:50:00+01:00</c:v>
                </c:pt>
                <c:pt idx="1746">
                  <c:v>2013-11-13 03:00:00+01:00</c:v>
                </c:pt>
                <c:pt idx="1747">
                  <c:v>2013-11-13 03:10:00+01:00</c:v>
                </c:pt>
                <c:pt idx="1748">
                  <c:v>2013-11-13 03:20:00+01:00</c:v>
                </c:pt>
                <c:pt idx="1749">
                  <c:v>2013-11-13 03:30:00+01:00</c:v>
                </c:pt>
                <c:pt idx="1750">
                  <c:v>2013-11-13 03:40:00+01:00</c:v>
                </c:pt>
                <c:pt idx="1751">
                  <c:v>2013-11-13 03:50:00+01:00</c:v>
                </c:pt>
                <c:pt idx="1752">
                  <c:v>2013-11-13 04:00:00+01:00</c:v>
                </c:pt>
                <c:pt idx="1753">
                  <c:v>2013-11-13 04:10:00+01:00</c:v>
                </c:pt>
                <c:pt idx="1754">
                  <c:v>2013-11-13 04:20:00+01:00</c:v>
                </c:pt>
                <c:pt idx="1755">
                  <c:v>2013-11-13 04:30:00+01:00</c:v>
                </c:pt>
                <c:pt idx="1756">
                  <c:v>2013-11-13 04:40:00+01:00</c:v>
                </c:pt>
                <c:pt idx="1757">
                  <c:v>2013-11-13 04:50:00+01:00</c:v>
                </c:pt>
                <c:pt idx="1758">
                  <c:v>2013-11-13 05:00:00+01:00</c:v>
                </c:pt>
                <c:pt idx="1759">
                  <c:v>2013-11-13 05:10:00+01:00</c:v>
                </c:pt>
                <c:pt idx="1760">
                  <c:v>2013-11-13 05:20:00+01:00</c:v>
                </c:pt>
                <c:pt idx="1761">
                  <c:v>2013-11-13 05:30:00+01:00</c:v>
                </c:pt>
                <c:pt idx="1762">
                  <c:v>2013-11-13 05:40:00+01:00</c:v>
                </c:pt>
                <c:pt idx="1763">
                  <c:v>2013-11-13 05:50:00+01:00</c:v>
                </c:pt>
                <c:pt idx="1764">
                  <c:v>2013-11-13 06:00:00+01:00</c:v>
                </c:pt>
                <c:pt idx="1765">
                  <c:v>2013-11-13 06:10:00+01:00</c:v>
                </c:pt>
                <c:pt idx="1766">
                  <c:v>2013-11-13 06:20:00+01:00</c:v>
                </c:pt>
                <c:pt idx="1767">
                  <c:v>2013-11-13 06:30:00+01:00</c:v>
                </c:pt>
                <c:pt idx="1768">
                  <c:v>2013-11-13 06:40:00+01:00</c:v>
                </c:pt>
                <c:pt idx="1769">
                  <c:v>2013-11-13 06:50:00+01:00</c:v>
                </c:pt>
                <c:pt idx="1770">
                  <c:v>2013-11-13 07:00:00+01:00</c:v>
                </c:pt>
                <c:pt idx="1771">
                  <c:v>2013-11-13 07:10:00+01:00</c:v>
                </c:pt>
                <c:pt idx="1772">
                  <c:v>2013-11-13 07:20:00+01:00</c:v>
                </c:pt>
                <c:pt idx="1773">
                  <c:v>2013-11-13 07:30:00+01:00</c:v>
                </c:pt>
                <c:pt idx="1774">
                  <c:v>2013-11-13 07:40:00+01:00</c:v>
                </c:pt>
                <c:pt idx="1775">
                  <c:v>2013-11-13 07:50:00+01:00</c:v>
                </c:pt>
                <c:pt idx="1776">
                  <c:v>2013-11-13 08:00:00+01:00</c:v>
                </c:pt>
                <c:pt idx="1777">
                  <c:v>2013-11-13 08:10:00+01:00</c:v>
                </c:pt>
                <c:pt idx="1778">
                  <c:v>2013-11-13 08:20:00+01:00</c:v>
                </c:pt>
                <c:pt idx="1779">
                  <c:v>2013-11-13 08:30:00+01:00</c:v>
                </c:pt>
                <c:pt idx="1780">
                  <c:v>2013-11-13 08:40:00+01:00</c:v>
                </c:pt>
                <c:pt idx="1781">
                  <c:v>2013-11-13 08:50:00+01:00</c:v>
                </c:pt>
                <c:pt idx="1782">
                  <c:v>2013-11-13 09:00:00+01:00</c:v>
                </c:pt>
                <c:pt idx="1783">
                  <c:v>2013-11-13 09:10:00+01:00</c:v>
                </c:pt>
                <c:pt idx="1784">
                  <c:v>2013-11-13 09:20:00+01:00</c:v>
                </c:pt>
                <c:pt idx="1785">
                  <c:v>2013-11-13 09:30:00+01:00</c:v>
                </c:pt>
                <c:pt idx="1786">
                  <c:v>2013-11-13 09:40:00+01:00</c:v>
                </c:pt>
                <c:pt idx="1787">
                  <c:v>2013-11-13 09:50:00+01:00</c:v>
                </c:pt>
                <c:pt idx="1788">
                  <c:v>2013-11-13 10:00:00+01:00</c:v>
                </c:pt>
                <c:pt idx="1789">
                  <c:v>2013-11-13 10:10:00+01:00</c:v>
                </c:pt>
                <c:pt idx="1790">
                  <c:v>2013-11-13 10:20:00+01:00</c:v>
                </c:pt>
                <c:pt idx="1791">
                  <c:v>2013-11-13 10:30:00+01:00</c:v>
                </c:pt>
                <c:pt idx="1792">
                  <c:v>2013-11-13 10:40:00+01:00</c:v>
                </c:pt>
                <c:pt idx="1793">
                  <c:v>2013-11-13 10:50:00+01:00</c:v>
                </c:pt>
                <c:pt idx="1794">
                  <c:v>2013-11-13 11:00:00+01:00</c:v>
                </c:pt>
                <c:pt idx="1795">
                  <c:v>2013-11-13 11:10:00+01:00</c:v>
                </c:pt>
                <c:pt idx="1796">
                  <c:v>2013-11-13 11:20:00+01:00</c:v>
                </c:pt>
                <c:pt idx="1797">
                  <c:v>2013-11-13 11:30:00+01:00</c:v>
                </c:pt>
                <c:pt idx="1798">
                  <c:v>2013-11-13 11:40:00+01:00</c:v>
                </c:pt>
                <c:pt idx="1799">
                  <c:v>2013-11-13 11:50:00+01:00</c:v>
                </c:pt>
                <c:pt idx="1800">
                  <c:v>2013-11-13 12:00:00+01:00</c:v>
                </c:pt>
                <c:pt idx="1801">
                  <c:v>2013-11-13 12:10:00+01:00</c:v>
                </c:pt>
                <c:pt idx="1802">
                  <c:v>2013-11-13 12:20:00+01:00</c:v>
                </c:pt>
                <c:pt idx="1803">
                  <c:v>2013-11-13 12:30:00+01:00</c:v>
                </c:pt>
                <c:pt idx="1804">
                  <c:v>2013-11-13 12:40:00+01:00</c:v>
                </c:pt>
                <c:pt idx="1805">
                  <c:v>2013-11-13 12:50:00+01:00</c:v>
                </c:pt>
                <c:pt idx="1806">
                  <c:v>2013-11-13 13:00:00+01:00</c:v>
                </c:pt>
                <c:pt idx="1807">
                  <c:v>2013-11-13 13:10:00+01:00</c:v>
                </c:pt>
                <c:pt idx="1808">
                  <c:v>2013-11-13 13:20:00+01:00</c:v>
                </c:pt>
                <c:pt idx="1809">
                  <c:v>2013-11-13 13:30:00+01:00</c:v>
                </c:pt>
                <c:pt idx="1810">
                  <c:v>2013-11-13 13:40:00+01:00</c:v>
                </c:pt>
                <c:pt idx="1811">
                  <c:v>2013-11-13 13:50:00+01:00</c:v>
                </c:pt>
                <c:pt idx="1812">
                  <c:v>2013-11-13 14:00:00+01:00</c:v>
                </c:pt>
                <c:pt idx="1813">
                  <c:v>2013-11-13 14:10:00+01:00</c:v>
                </c:pt>
                <c:pt idx="1814">
                  <c:v>2013-11-13 14:20:00+01:00</c:v>
                </c:pt>
                <c:pt idx="1815">
                  <c:v>2013-11-13 14:30:00+01:00</c:v>
                </c:pt>
                <c:pt idx="1816">
                  <c:v>2013-11-13 14:40:00+01:00</c:v>
                </c:pt>
                <c:pt idx="1817">
                  <c:v>2013-11-13 14:50:00+01:00</c:v>
                </c:pt>
                <c:pt idx="1818">
                  <c:v>2013-11-13 15:00:00+01:00</c:v>
                </c:pt>
                <c:pt idx="1819">
                  <c:v>2013-11-13 15:10:00+01:00</c:v>
                </c:pt>
                <c:pt idx="1820">
                  <c:v>2013-11-13 15:20:00+01:00</c:v>
                </c:pt>
                <c:pt idx="1821">
                  <c:v>2013-11-13 15:30:00+01:00</c:v>
                </c:pt>
                <c:pt idx="1822">
                  <c:v>2013-11-13 15:40:00+01:00</c:v>
                </c:pt>
                <c:pt idx="1823">
                  <c:v>2013-11-13 15:50:00+01:00</c:v>
                </c:pt>
                <c:pt idx="1824">
                  <c:v>2013-11-13 16:00:00+01:00</c:v>
                </c:pt>
                <c:pt idx="1825">
                  <c:v>2013-11-13 16:10:00+01:00</c:v>
                </c:pt>
                <c:pt idx="1826">
                  <c:v>2013-11-13 16:20:00+01:00</c:v>
                </c:pt>
                <c:pt idx="1827">
                  <c:v>2013-11-13 16:30:00+01:00</c:v>
                </c:pt>
                <c:pt idx="1828">
                  <c:v>2013-11-13 16:40:00+01:00</c:v>
                </c:pt>
                <c:pt idx="1829">
                  <c:v>2013-11-13 16:50:00+01:00</c:v>
                </c:pt>
                <c:pt idx="1830">
                  <c:v>2013-11-13 17:00:00+01:00</c:v>
                </c:pt>
                <c:pt idx="1831">
                  <c:v>2013-11-13 17:10:00+01:00</c:v>
                </c:pt>
                <c:pt idx="1832">
                  <c:v>2013-11-13 17:20:00+01:00</c:v>
                </c:pt>
                <c:pt idx="1833">
                  <c:v>2013-11-13 17:30:00+01:00</c:v>
                </c:pt>
                <c:pt idx="1834">
                  <c:v>2013-11-13 17:40:00+01:00</c:v>
                </c:pt>
                <c:pt idx="1835">
                  <c:v>2013-11-13 17:50:00+01:00</c:v>
                </c:pt>
                <c:pt idx="1836">
                  <c:v>2013-11-13 18:00:00+01:00</c:v>
                </c:pt>
                <c:pt idx="1837">
                  <c:v>2013-11-13 18:10:00+01:00</c:v>
                </c:pt>
                <c:pt idx="1838">
                  <c:v>2013-11-13 18:20:00+01:00</c:v>
                </c:pt>
                <c:pt idx="1839">
                  <c:v>2013-11-13 18:30:00+01:00</c:v>
                </c:pt>
                <c:pt idx="1840">
                  <c:v>2013-11-13 18:40:00+01:00</c:v>
                </c:pt>
                <c:pt idx="1841">
                  <c:v>2013-11-13 18:50:00+01:00</c:v>
                </c:pt>
                <c:pt idx="1842">
                  <c:v>2013-11-13 19:00:00+01:00</c:v>
                </c:pt>
                <c:pt idx="1843">
                  <c:v>2013-11-13 19:10:00+01:00</c:v>
                </c:pt>
                <c:pt idx="1844">
                  <c:v>2013-11-13 19:20:00+01:00</c:v>
                </c:pt>
                <c:pt idx="1845">
                  <c:v>2013-11-13 19:30:00+01:00</c:v>
                </c:pt>
                <c:pt idx="1846">
                  <c:v>2013-11-13 19:40:00+01:00</c:v>
                </c:pt>
                <c:pt idx="1847">
                  <c:v>2013-11-13 19:50:00+01:00</c:v>
                </c:pt>
                <c:pt idx="1848">
                  <c:v>2013-11-13 20:00:00+01:00</c:v>
                </c:pt>
                <c:pt idx="1849">
                  <c:v>2013-11-13 20:10:00+01:00</c:v>
                </c:pt>
                <c:pt idx="1850">
                  <c:v>2013-11-13 20:20:00+01:00</c:v>
                </c:pt>
                <c:pt idx="1851">
                  <c:v>2013-11-13 20:30:00+01:00</c:v>
                </c:pt>
                <c:pt idx="1852">
                  <c:v>2013-11-13 20:40:00+01:00</c:v>
                </c:pt>
                <c:pt idx="1853">
                  <c:v>2013-11-13 20:50:00+01:00</c:v>
                </c:pt>
                <c:pt idx="1854">
                  <c:v>2013-11-13 21:00:00+01:00</c:v>
                </c:pt>
                <c:pt idx="1855">
                  <c:v>2013-11-13 21:10:00+01:00</c:v>
                </c:pt>
                <c:pt idx="1856">
                  <c:v>2013-11-13 21:20:00+01:00</c:v>
                </c:pt>
                <c:pt idx="1857">
                  <c:v>2013-11-13 21:30:00+01:00</c:v>
                </c:pt>
                <c:pt idx="1858">
                  <c:v>2013-11-13 21:40:00+01:00</c:v>
                </c:pt>
                <c:pt idx="1859">
                  <c:v>2013-11-13 21:50:00+01:00</c:v>
                </c:pt>
                <c:pt idx="1860">
                  <c:v>2013-11-13 22:00:00+01:00</c:v>
                </c:pt>
                <c:pt idx="1861">
                  <c:v>2013-11-13 22:10:00+01:00</c:v>
                </c:pt>
                <c:pt idx="1862">
                  <c:v>2013-11-13 22:20:00+01:00</c:v>
                </c:pt>
                <c:pt idx="1863">
                  <c:v>2013-11-13 22:30:00+01:00</c:v>
                </c:pt>
                <c:pt idx="1864">
                  <c:v>2013-11-13 22:40:00+01:00</c:v>
                </c:pt>
                <c:pt idx="1865">
                  <c:v>2013-11-13 22:50:00+01:00</c:v>
                </c:pt>
                <c:pt idx="1866">
                  <c:v>2013-11-13 23:00:00+01:00</c:v>
                </c:pt>
                <c:pt idx="1867">
                  <c:v>2013-11-13 23:10:00+01:00</c:v>
                </c:pt>
                <c:pt idx="1868">
                  <c:v>2013-11-13 23:20:00+01:00</c:v>
                </c:pt>
                <c:pt idx="1869">
                  <c:v>2013-11-13 23:30:00+01:00</c:v>
                </c:pt>
                <c:pt idx="1870">
                  <c:v>2013-11-13 23:40:00+01:00</c:v>
                </c:pt>
                <c:pt idx="1871">
                  <c:v>2013-11-13 23:50:00+01:00</c:v>
                </c:pt>
                <c:pt idx="1872">
                  <c:v>2013-11-14 00:00:00+01:00</c:v>
                </c:pt>
                <c:pt idx="1873">
                  <c:v>2013-11-14 00:10:00+01:00</c:v>
                </c:pt>
                <c:pt idx="1874">
                  <c:v>2013-11-14 00:20:00+01:00</c:v>
                </c:pt>
                <c:pt idx="1875">
                  <c:v>2013-11-14 00:30:00+01:00</c:v>
                </c:pt>
                <c:pt idx="1876">
                  <c:v>2013-11-14 00:40:00+01:00</c:v>
                </c:pt>
                <c:pt idx="1877">
                  <c:v>2013-11-14 00:50:00+01:00</c:v>
                </c:pt>
                <c:pt idx="1878">
                  <c:v>2013-11-14 01:00:00+01:00</c:v>
                </c:pt>
                <c:pt idx="1879">
                  <c:v>2013-11-14 01:10:00+01:00</c:v>
                </c:pt>
                <c:pt idx="1880">
                  <c:v>2013-11-14 01:20:00+01:00</c:v>
                </c:pt>
                <c:pt idx="1881">
                  <c:v>2013-11-14 01:30:00+01:00</c:v>
                </c:pt>
                <c:pt idx="1882">
                  <c:v>2013-11-14 01:40:00+01:00</c:v>
                </c:pt>
                <c:pt idx="1883">
                  <c:v>2013-11-14 01:50:00+01:00</c:v>
                </c:pt>
                <c:pt idx="1884">
                  <c:v>2013-11-14 02:00:00+01:00</c:v>
                </c:pt>
                <c:pt idx="1885">
                  <c:v>2013-11-14 02:10:00+01:00</c:v>
                </c:pt>
                <c:pt idx="1886">
                  <c:v>2013-11-14 02:20:00+01:00</c:v>
                </c:pt>
                <c:pt idx="1887">
                  <c:v>2013-11-14 02:30:00+01:00</c:v>
                </c:pt>
                <c:pt idx="1888">
                  <c:v>2013-11-14 02:40:00+01:00</c:v>
                </c:pt>
                <c:pt idx="1889">
                  <c:v>2013-11-14 02:50:00+01:00</c:v>
                </c:pt>
                <c:pt idx="1890">
                  <c:v>2013-11-14 03:00:00+01:00</c:v>
                </c:pt>
                <c:pt idx="1891">
                  <c:v>2013-11-14 03:10:00+01:00</c:v>
                </c:pt>
                <c:pt idx="1892">
                  <c:v>2013-11-14 03:20:00+01:00</c:v>
                </c:pt>
                <c:pt idx="1893">
                  <c:v>2013-11-14 03:30:00+01:00</c:v>
                </c:pt>
                <c:pt idx="1894">
                  <c:v>2013-11-14 03:40:00+01:00</c:v>
                </c:pt>
                <c:pt idx="1895">
                  <c:v>2013-11-14 03:50:00+01:00</c:v>
                </c:pt>
                <c:pt idx="1896">
                  <c:v>2013-11-14 04:00:00+01:00</c:v>
                </c:pt>
                <c:pt idx="1897">
                  <c:v>2013-11-14 04:10:00+01:00</c:v>
                </c:pt>
                <c:pt idx="1898">
                  <c:v>2013-11-14 04:20:00+01:00</c:v>
                </c:pt>
                <c:pt idx="1899">
                  <c:v>2013-11-14 04:30:00+01:00</c:v>
                </c:pt>
                <c:pt idx="1900">
                  <c:v>2013-11-14 04:40:00+01:00</c:v>
                </c:pt>
                <c:pt idx="1901">
                  <c:v>2013-11-14 04:50:00+01:00</c:v>
                </c:pt>
                <c:pt idx="1902">
                  <c:v>2013-11-14 05:00:00+01:00</c:v>
                </c:pt>
                <c:pt idx="1903">
                  <c:v>2013-11-14 05:10:00+01:00</c:v>
                </c:pt>
                <c:pt idx="1904">
                  <c:v>2013-11-14 05:20:00+01:00</c:v>
                </c:pt>
                <c:pt idx="1905">
                  <c:v>2013-11-14 05:30:00+01:00</c:v>
                </c:pt>
                <c:pt idx="1906">
                  <c:v>2013-11-14 05:40:00+01:00</c:v>
                </c:pt>
                <c:pt idx="1907">
                  <c:v>2013-11-14 05:50:00+01:00</c:v>
                </c:pt>
                <c:pt idx="1908">
                  <c:v>2013-11-14 06:00:00+01:00</c:v>
                </c:pt>
                <c:pt idx="1909">
                  <c:v>2013-11-14 06:10:00+01:00</c:v>
                </c:pt>
                <c:pt idx="1910">
                  <c:v>2013-11-14 06:20:00+01:00</c:v>
                </c:pt>
                <c:pt idx="1911">
                  <c:v>2013-11-14 06:30:00+01:00</c:v>
                </c:pt>
                <c:pt idx="1912">
                  <c:v>2013-11-14 06:40:00+01:00</c:v>
                </c:pt>
                <c:pt idx="1913">
                  <c:v>2013-11-14 06:50:00+01:00</c:v>
                </c:pt>
                <c:pt idx="1914">
                  <c:v>2013-11-14 07:00:00+01:00</c:v>
                </c:pt>
                <c:pt idx="1915">
                  <c:v>2013-11-14 07:10:00+01:00</c:v>
                </c:pt>
                <c:pt idx="1916">
                  <c:v>2013-11-14 07:20:00+01:00</c:v>
                </c:pt>
                <c:pt idx="1917">
                  <c:v>2013-11-14 07:30:00+01:00</c:v>
                </c:pt>
                <c:pt idx="1918">
                  <c:v>2013-11-14 07:40:00+01:00</c:v>
                </c:pt>
                <c:pt idx="1919">
                  <c:v>2013-11-14 07:50:00+01:00</c:v>
                </c:pt>
                <c:pt idx="1920">
                  <c:v>2013-11-14 08:00:00+01:00</c:v>
                </c:pt>
                <c:pt idx="1921">
                  <c:v>2013-11-14 08:10:00+01:00</c:v>
                </c:pt>
                <c:pt idx="1922">
                  <c:v>2013-11-14 08:20:00+01:00</c:v>
                </c:pt>
                <c:pt idx="1923">
                  <c:v>2013-11-14 08:30:00+01:00</c:v>
                </c:pt>
                <c:pt idx="1924">
                  <c:v>2013-11-14 08:40:00+01:00</c:v>
                </c:pt>
                <c:pt idx="1925">
                  <c:v>2013-11-14 08:50:00+01:00</c:v>
                </c:pt>
                <c:pt idx="1926">
                  <c:v>2013-11-14 09:00:00+01:00</c:v>
                </c:pt>
                <c:pt idx="1927">
                  <c:v>2013-11-14 09:10:00+01:00</c:v>
                </c:pt>
                <c:pt idx="1928">
                  <c:v>2013-11-14 09:20:00+01:00</c:v>
                </c:pt>
                <c:pt idx="1929">
                  <c:v>2013-11-14 09:30:00+01:00</c:v>
                </c:pt>
                <c:pt idx="1930">
                  <c:v>2013-11-14 09:40:00+01:00</c:v>
                </c:pt>
                <c:pt idx="1931">
                  <c:v>2013-11-14 09:50:00+01:00</c:v>
                </c:pt>
                <c:pt idx="1932">
                  <c:v>2013-11-14 10:00:00+01:00</c:v>
                </c:pt>
                <c:pt idx="1933">
                  <c:v>2013-11-14 10:10:00+01:00</c:v>
                </c:pt>
                <c:pt idx="1934">
                  <c:v>2013-11-14 10:20:00+01:00</c:v>
                </c:pt>
                <c:pt idx="1935">
                  <c:v>2013-11-14 10:30:00+01:00</c:v>
                </c:pt>
                <c:pt idx="1936">
                  <c:v>2013-11-14 10:40:00+01:00</c:v>
                </c:pt>
                <c:pt idx="1937">
                  <c:v>2013-11-14 10:50:00+01:00</c:v>
                </c:pt>
                <c:pt idx="1938">
                  <c:v>2013-11-14 11:00:00+01:00</c:v>
                </c:pt>
                <c:pt idx="1939">
                  <c:v>2013-11-14 11:10:00+01:00</c:v>
                </c:pt>
                <c:pt idx="1940">
                  <c:v>2013-11-14 11:20:00+01:00</c:v>
                </c:pt>
                <c:pt idx="1941">
                  <c:v>2013-11-14 11:30:00+01:00</c:v>
                </c:pt>
                <c:pt idx="1942">
                  <c:v>2013-11-14 11:40:00+01:00</c:v>
                </c:pt>
                <c:pt idx="1943">
                  <c:v>2013-11-14 11:50:00+01:00</c:v>
                </c:pt>
                <c:pt idx="1944">
                  <c:v>2013-11-14 12:00:00+01:00</c:v>
                </c:pt>
                <c:pt idx="1945">
                  <c:v>2013-11-14 12:10:00+01:00</c:v>
                </c:pt>
                <c:pt idx="1946">
                  <c:v>2013-11-14 12:20:00+01:00</c:v>
                </c:pt>
                <c:pt idx="1947">
                  <c:v>2013-11-14 12:30:00+01:00</c:v>
                </c:pt>
                <c:pt idx="1948">
                  <c:v>2013-11-14 12:40:00+01:00</c:v>
                </c:pt>
                <c:pt idx="1949">
                  <c:v>2013-11-14 12:50:00+01:00</c:v>
                </c:pt>
                <c:pt idx="1950">
                  <c:v>2013-11-14 13:00:00+01:00</c:v>
                </c:pt>
                <c:pt idx="1951">
                  <c:v>2013-11-14 13:10:00+01:00</c:v>
                </c:pt>
                <c:pt idx="1952">
                  <c:v>2013-11-14 13:20:00+01:00</c:v>
                </c:pt>
                <c:pt idx="1953">
                  <c:v>2013-11-14 13:30:00+01:00</c:v>
                </c:pt>
                <c:pt idx="1954">
                  <c:v>2013-11-14 13:40:00+01:00</c:v>
                </c:pt>
                <c:pt idx="1955">
                  <c:v>2013-11-14 13:50:00+01:00</c:v>
                </c:pt>
                <c:pt idx="1956">
                  <c:v>2013-11-14 14:00:00+01:00</c:v>
                </c:pt>
                <c:pt idx="1957">
                  <c:v>2013-11-14 14:10:00+01:00</c:v>
                </c:pt>
                <c:pt idx="1958">
                  <c:v>2013-11-14 14:20:00+01:00</c:v>
                </c:pt>
                <c:pt idx="1959">
                  <c:v>2013-11-14 14:30:00+01:00</c:v>
                </c:pt>
                <c:pt idx="1960">
                  <c:v>2013-11-14 14:40:00+01:00</c:v>
                </c:pt>
                <c:pt idx="1961">
                  <c:v>2013-11-14 14:50:00+01:00</c:v>
                </c:pt>
                <c:pt idx="1962">
                  <c:v>2013-11-14 15:00:00+01:00</c:v>
                </c:pt>
                <c:pt idx="1963">
                  <c:v>2013-11-14 15:10:00+01:00</c:v>
                </c:pt>
                <c:pt idx="1964">
                  <c:v>2013-11-14 15:20:00+01:00</c:v>
                </c:pt>
                <c:pt idx="1965">
                  <c:v>2013-11-14 15:30:00+01:00</c:v>
                </c:pt>
                <c:pt idx="1966">
                  <c:v>2013-11-14 15:40:00+01:00</c:v>
                </c:pt>
                <c:pt idx="1967">
                  <c:v>2013-11-14 15:50:00+01:00</c:v>
                </c:pt>
                <c:pt idx="1968">
                  <c:v>2013-11-14 16:00:00+01:00</c:v>
                </c:pt>
                <c:pt idx="1969">
                  <c:v>2013-11-14 16:10:00+01:00</c:v>
                </c:pt>
                <c:pt idx="1970">
                  <c:v>2013-11-14 16:20:00+01:00</c:v>
                </c:pt>
                <c:pt idx="1971">
                  <c:v>2013-11-14 16:30:00+01:00</c:v>
                </c:pt>
                <c:pt idx="1972">
                  <c:v>2013-11-14 16:40:00+01:00</c:v>
                </c:pt>
                <c:pt idx="1973">
                  <c:v>2013-11-14 16:50:00+01:00</c:v>
                </c:pt>
                <c:pt idx="1974">
                  <c:v>2013-11-14 17:00:00+01:00</c:v>
                </c:pt>
                <c:pt idx="1975">
                  <c:v>2013-11-14 17:10:00+01:00</c:v>
                </c:pt>
                <c:pt idx="1976">
                  <c:v>2013-11-14 17:20:00+01:00</c:v>
                </c:pt>
                <c:pt idx="1977">
                  <c:v>2013-11-14 17:30:00+01:00</c:v>
                </c:pt>
                <c:pt idx="1978">
                  <c:v>2013-11-14 17:40:00+01:00</c:v>
                </c:pt>
                <c:pt idx="1979">
                  <c:v>2013-11-14 17:50:00+01:00</c:v>
                </c:pt>
                <c:pt idx="1980">
                  <c:v>2013-11-14 18:00:00+01:00</c:v>
                </c:pt>
                <c:pt idx="1981">
                  <c:v>2013-11-14 18:10:00+01:00</c:v>
                </c:pt>
                <c:pt idx="1982">
                  <c:v>2013-11-14 18:20:00+01:00</c:v>
                </c:pt>
                <c:pt idx="1983">
                  <c:v>2013-11-14 18:30:00+01:00</c:v>
                </c:pt>
                <c:pt idx="1984">
                  <c:v>2013-11-14 18:40:00+01:00</c:v>
                </c:pt>
                <c:pt idx="1985">
                  <c:v>2013-11-14 18:50:00+01:00</c:v>
                </c:pt>
                <c:pt idx="1986">
                  <c:v>2013-11-14 19:00:00+01:00</c:v>
                </c:pt>
                <c:pt idx="1987">
                  <c:v>2013-11-14 19:10:00+01:00</c:v>
                </c:pt>
                <c:pt idx="1988">
                  <c:v>2013-11-14 19:20:00+01:00</c:v>
                </c:pt>
                <c:pt idx="1989">
                  <c:v>2013-11-14 19:30:00+01:00</c:v>
                </c:pt>
                <c:pt idx="1990">
                  <c:v>2013-11-14 19:40:00+01:00</c:v>
                </c:pt>
                <c:pt idx="1991">
                  <c:v>2013-11-14 19:50:00+01:00</c:v>
                </c:pt>
                <c:pt idx="1992">
                  <c:v>2013-11-14 20:00:00+01:00</c:v>
                </c:pt>
                <c:pt idx="1993">
                  <c:v>2013-11-14 20:10:00+01:00</c:v>
                </c:pt>
                <c:pt idx="1994">
                  <c:v>2013-11-14 20:20:00+01:00</c:v>
                </c:pt>
                <c:pt idx="1995">
                  <c:v>2013-11-14 20:30:00+01:00</c:v>
                </c:pt>
                <c:pt idx="1996">
                  <c:v>2013-11-14 20:40:00+01:00</c:v>
                </c:pt>
                <c:pt idx="1997">
                  <c:v>2013-11-14 20:50:00+01:00</c:v>
                </c:pt>
                <c:pt idx="1998">
                  <c:v>2013-11-14 21:00:00+01:00</c:v>
                </c:pt>
                <c:pt idx="1999">
                  <c:v>2013-11-14 21:10:00+01:00</c:v>
                </c:pt>
                <c:pt idx="2000">
                  <c:v>2013-11-14 21:20:00+01:00</c:v>
                </c:pt>
                <c:pt idx="2001">
                  <c:v>2013-11-14 21:30:00+01:00</c:v>
                </c:pt>
                <c:pt idx="2002">
                  <c:v>2013-11-14 21:40:00+01:00</c:v>
                </c:pt>
                <c:pt idx="2003">
                  <c:v>2013-11-14 21:50:00+01:00</c:v>
                </c:pt>
                <c:pt idx="2004">
                  <c:v>2013-11-14 22:00:00+01:00</c:v>
                </c:pt>
                <c:pt idx="2005">
                  <c:v>2013-11-14 22:10:00+01:00</c:v>
                </c:pt>
                <c:pt idx="2006">
                  <c:v>2013-11-14 22:20:00+01:00</c:v>
                </c:pt>
                <c:pt idx="2007">
                  <c:v>2013-11-14 22:30:00+01:00</c:v>
                </c:pt>
                <c:pt idx="2008">
                  <c:v>2013-11-14 22:40:00+01:00</c:v>
                </c:pt>
                <c:pt idx="2009">
                  <c:v>2013-11-14 22:50:00+01:00</c:v>
                </c:pt>
                <c:pt idx="2010">
                  <c:v>2013-11-14 23:00:00+01:00</c:v>
                </c:pt>
                <c:pt idx="2011">
                  <c:v>2013-11-14 23:10:00+01:00</c:v>
                </c:pt>
                <c:pt idx="2012">
                  <c:v>2013-11-14 23:20:00+01:00</c:v>
                </c:pt>
                <c:pt idx="2013">
                  <c:v>2013-11-14 23:30:00+01:00</c:v>
                </c:pt>
                <c:pt idx="2014">
                  <c:v>2013-11-14 23:40:00+01:00</c:v>
                </c:pt>
                <c:pt idx="2015">
                  <c:v>2013-11-14 23:50:00+01:00</c:v>
                </c:pt>
                <c:pt idx="2016">
                  <c:v>2013-11-15 00:00:00+01:00</c:v>
                </c:pt>
                <c:pt idx="2017">
                  <c:v>2013-11-15 00:10:00+01:00</c:v>
                </c:pt>
                <c:pt idx="2018">
                  <c:v>2013-11-15 00:20:00+01:00</c:v>
                </c:pt>
                <c:pt idx="2019">
                  <c:v>2013-11-15 00:30:00+01:00</c:v>
                </c:pt>
                <c:pt idx="2020">
                  <c:v>2013-11-15 00:40:00+01:00</c:v>
                </c:pt>
                <c:pt idx="2021">
                  <c:v>2013-11-15 00:50:00+01:00</c:v>
                </c:pt>
                <c:pt idx="2022">
                  <c:v>2013-11-15 01:00:00+01:00</c:v>
                </c:pt>
                <c:pt idx="2023">
                  <c:v>2013-11-15 01:10:00+01:00</c:v>
                </c:pt>
                <c:pt idx="2024">
                  <c:v>2013-11-15 01:20:00+01:00</c:v>
                </c:pt>
                <c:pt idx="2025">
                  <c:v>2013-11-15 01:30:00+01:00</c:v>
                </c:pt>
                <c:pt idx="2026">
                  <c:v>2013-11-15 01:40:00+01:00</c:v>
                </c:pt>
                <c:pt idx="2027">
                  <c:v>2013-11-15 01:50:00+01:00</c:v>
                </c:pt>
                <c:pt idx="2028">
                  <c:v>2013-11-15 02:00:00+01:00</c:v>
                </c:pt>
                <c:pt idx="2029">
                  <c:v>2013-11-15 02:10:00+01:00</c:v>
                </c:pt>
                <c:pt idx="2030">
                  <c:v>2013-11-15 02:20:00+01:00</c:v>
                </c:pt>
                <c:pt idx="2031">
                  <c:v>2013-11-15 02:30:00+01:00</c:v>
                </c:pt>
                <c:pt idx="2032">
                  <c:v>2013-11-15 02:40:00+01:00</c:v>
                </c:pt>
                <c:pt idx="2033">
                  <c:v>2013-11-15 02:50:00+01:00</c:v>
                </c:pt>
                <c:pt idx="2034">
                  <c:v>2013-11-15 03:00:00+01:00</c:v>
                </c:pt>
                <c:pt idx="2035">
                  <c:v>2013-11-15 03:10:00+01:00</c:v>
                </c:pt>
                <c:pt idx="2036">
                  <c:v>2013-11-15 03:20:00+01:00</c:v>
                </c:pt>
                <c:pt idx="2037">
                  <c:v>2013-11-15 03:30:00+01:00</c:v>
                </c:pt>
                <c:pt idx="2038">
                  <c:v>2013-11-15 03:40:00+01:00</c:v>
                </c:pt>
                <c:pt idx="2039">
                  <c:v>2013-11-15 03:50:00+01:00</c:v>
                </c:pt>
                <c:pt idx="2040">
                  <c:v>2013-11-15 04:00:00+01:00</c:v>
                </c:pt>
                <c:pt idx="2041">
                  <c:v>2013-11-15 04:10:00+01:00</c:v>
                </c:pt>
                <c:pt idx="2042">
                  <c:v>2013-11-15 04:20:00+01:00</c:v>
                </c:pt>
                <c:pt idx="2043">
                  <c:v>2013-11-15 04:30:00+01:00</c:v>
                </c:pt>
                <c:pt idx="2044">
                  <c:v>2013-11-15 04:40:00+01:00</c:v>
                </c:pt>
                <c:pt idx="2045">
                  <c:v>2013-11-15 04:50:00+01:00</c:v>
                </c:pt>
                <c:pt idx="2046">
                  <c:v>2013-11-15 05:00:00+01:00</c:v>
                </c:pt>
                <c:pt idx="2047">
                  <c:v>2013-11-15 05:10:00+01:00</c:v>
                </c:pt>
                <c:pt idx="2048">
                  <c:v>2013-11-15 05:20:00+01:00</c:v>
                </c:pt>
                <c:pt idx="2049">
                  <c:v>2013-11-15 05:30:00+01:00</c:v>
                </c:pt>
                <c:pt idx="2050">
                  <c:v>2013-11-15 05:40:00+01:00</c:v>
                </c:pt>
                <c:pt idx="2051">
                  <c:v>2013-11-15 05:50:00+01:00</c:v>
                </c:pt>
                <c:pt idx="2052">
                  <c:v>2013-11-15 06:00:00+01:00</c:v>
                </c:pt>
                <c:pt idx="2053">
                  <c:v>2013-11-15 06:10:00+01:00</c:v>
                </c:pt>
                <c:pt idx="2054">
                  <c:v>2013-11-15 06:20:00+01:00</c:v>
                </c:pt>
                <c:pt idx="2055">
                  <c:v>2013-11-15 06:30:00+01:00</c:v>
                </c:pt>
                <c:pt idx="2056">
                  <c:v>2013-11-15 06:40:00+01:00</c:v>
                </c:pt>
                <c:pt idx="2057">
                  <c:v>2013-11-15 06:50:00+01:00</c:v>
                </c:pt>
                <c:pt idx="2058">
                  <c:v>2013-11-15 07:00:00+01:00</c:v>
                </c:pt>
                <c:pt idx="2059">
                  <c:v>2013-11-15 07:10:00+01:00</c:v>
                </c:pt>
                <c:pt idx="2060">
                  <c:v>2013-11-15 07:20:00+01:00</c:v>
                </c:pt>
                <c:pt idx="2061">
                  <c:v>2013-11-15 07:30:00+01:00</c:v>
                </c:pt>
                <c:pt idx="2062">
                  <c:v>2013-11-15 07:40:00+01:00</c:v>
                </c:pt>
                <c:pt idx="2063">
                  <c:v>2013-11-15 07:50:00+01:00</c:v>
                </c:pt>
                <c:pt idx="2064">
                  <c:v>2013-11-15 08:00:00+01:00</c:v>
                </c:pt>
                <c:pt idx="2065">
                  <c:v>2013-11-15 08:10:00+01:00</c:v>
                </c:pt>
                <c:pt idx="2066">
                  <c:v>2013-11-15 08:20:00+01:00</c:v>
                </c:pt>
                <c:pt idx="2067">
                  <c:v>2013-11-15 08:30:00+01:00</c:v>
                </c:pt>
                <c:pt idx="2068">
                  <c:v>2013-11-15 08:40:00+01:00</c:v>
                </c:pt>
                <c:pt idx="2069">
                  <c:v>2013-11-15 08:50:00+01:00</c:v>
                </c:pt>
                <c:pt idx="2070">
                  <c:v>2013-11-15 09:00:00+01:00</c:v>
                </c:pt>
                <c:pt idx="2071">
                  <c:v>2013-11-15 09:10:00+01:00</c:v>
                </c:pt>
                <c:pt idx="2072">
                  <c:v>2013-11-15 09:20:00+01:00</c:v>
                </c:pt>
                <c:pt idx="2073">
                  <c:v>2013-11-15 09:30:00+01:00</c:v>
                </c:pt>
                <c:pt idx="2074">
                  <c:v>2013-11-15 09:40:00+01:00</c:v>
                </c:pt>
                <c:pt idx="2075">
                  <c:v>2013-11-15 09:50:00+01:00</c:v>
                </c:pt>
                <c:pt idx="2076">
                  <c:v>2013-11-15 10:00:00+01:00</c:v>
                </c:pt>
                <c:pt idx="2077">
                  <c:v>2013-11-15 10:10:00+01:00</c:v>
                </c:pt>
                <c:pt idx="2078">
                  <c:v>2013-11-15 10:20:00+01:00</c:v>
                </c:pt>
                <c:pt idx="2079">
                  <c:v>2013-11-15 10:30:00+01:00</c:v>
                </c:pt>
                <c:pt idx="2080">
                  <c:v>2013-11-15 10:40:00+01:00</c:v>
                </c:pt>
                <c:pt idx="2081">
                  <c:v>2013-11-15 10:50:00+01:00</c:v>
                </c:pt>
                <c:pt idx="2082">
                  <c:v>2013-11-15 11:00:00+01:00</c:v>
                </c:pt>
                <c:pt idx="2083">
                  <c:v>2013-11-15 11:10:00+01:00</c:v>
                </c:pt>
                <c:pt idx="2084">
                  <c:v>2013-11-15 11:20:00+01:00</c:v>
                </c:pt>
                <c:pt idx="2085">
                  <c:v>2013-11-15 11:30:00+01:00</c:v>
                </c:pt>
                <c:pt idx="2086">
                  <c:v>2013-11-15 11:40:00+01:00</c:v>
                </c:pt>
                <c:pt idx="2087">
                  <c:v>2013-11-15 11:50:00+01:00</c:v>
                </c:pt>
                <c:pt idx="2088">
                  <c:v>2013-11-15 12:00:00+01:00</c:v>
                </c:pt>
                <c:pt idx="2089">
                  <c:v>2013-11-15 12:10:00+01:00</c:v>
                </c:pt>
                <c:pt idx="2090">
                  <c:v>2013-11-15 12:20:00+01:00</c:v>
                </c:pt>
                <c:pt idx="2091">
                  <c:v>2013-11-15 12:30:00+01:00</c:v>
                </c:pt>
                <c:pt idx="2092">
                  <c:v>2013-11-15 12:40:00+01:00</c:v>
                </c:pt>
                <c:pt idx="2093">
                  <c:v>2013-11-15 12:50:00+01:00</c:v>
                </c:pt>
                <c:pt idx="2094">
                  <c:v>2013-11-15 13:00:00+01:00</c:v>
                </c:pt>
                <c:pt idx="2095">
                  <c:v>2013-11-15 13:10:00+01:00</c:v>
                </c:pt>
                <c:pt idx="2096">
                  <c:v>2013-11-15 13:20:00+01:00</c:v>
                </c:pt>
                <c:pt idx="2097">
                  <c:v>2013-11-15 13:30:00+01:00</c:v>
                </c:pt>
                <c:pt idx="2098">
                  <c:v>2013-11-15 13:40:00+01:00</c:v>
                </c:pt>
                <c:pt idx="2099">
                  <c:v>2013-11-15 13:50:00+01:00</c:v>
                </c:pt>
                <c:pt idx="2100">
                  <c:v>2013-11-15 14:00:00+01:00</c:v>
                </c:pt>
                <c:pt idx="2101">
                  <c:v>2013-11-15 14:10:00+01:00</c:v>
                </c:pt>
                <c:pt idx="2102">
                  <c:v>2013-11-15 14:20:00+01:00</c:v>
                </c:pt>
                <c:pt idx="2103">
                  <c:v>2013-11-15 14:30:00+01:00</c:v>
                </c:pt>
                <c:pt idx="2104">
                  <c:v>2013-11-15 14:40:00+01:00</c:v>
                </c:pt>
                <c:pt idx="2105">
                  <c:v>2013-11-15 14:50:00+01:00</c:v>
                </c:pt>
                <c:pt idx="2106">
                  <c:v>2013-11-15 15:00:00+01:00</c:v>
                </c:pt>
                <c:pt idx="2107">
                  <c:v>2013-11-15 15:10:00+01:00</c:v>
                </c:pt>
                <c:pt idx="2108">
                  <c:v>2013-11-15 15:20:00+01:00</c:v>
                </c:pt>
                <c:pt idx="2109">
                  <c:v>2013-11-15 15:30:00+01:00</c:v>
                </c:pt>
                <c:pt idx="2110">
                  <c:v>2013-11-15 15:40:00+01:00</c:v>
                </c:pt>
                <c:pt idx="2111">
                  <c:v>2013-11-15 15:50:00+01:00</c:v>
                </c:pt>
                <c:pt idx="2112">
                  <c:v>2013-11-15 16:00:00+01:00</c:v>
                </c:pt>
                <c:pt idx="2113">
                  <c:v>2013-11-15 16:10:00+01:00</c:v>
                </c:pt>
                <c:pt idx="2114">
                  <c:v>2013-11-15 16:20:00+01:00</c:v>
                </c:pt>
                <c:pt idx="2115">
                  <c:v>2013-11-15 16:30:00+01:00</c:v>
                </c:pt>
                <c:pt idx="2116">
                  <c:v>2013-11-15 16:40:00+01:00</c:v>
                </c:pt>
                <c:pt idx="2117">
                  <c:v>2013-11-15 16:50:00+01:00</c:v>
                </c:pt>
                <c:pt idx="2118">
                  <c:v>2013-11-15 17:00:00+01:00</c:v>
                </c:pt>
                <c:pt idx="2119">
                  <c:v>2013-11-15 17:10:00+01:00</c:v>
                </c:pt>
                <c:pt idx="2120">
                  <c:v>2013-11-15 17:20:00+01:00</c:v>
                </c:pt>
                <c:pt idx="2121">
                  <c:v>2013-11-15 17:30:00+01:00</c:v>
                </c:pt>
                <c:pt idx="2122">
                  <c:v>2013-11-15 17:40:00+01:00</c:v>
                </c:pt>
                <c:pt idx="2123">
                  <c:v>2013-11-15 17:50:00+01:00</c:v>
                </c:pt>
                <c:pt idx="2124">
                  <c:v>2013-11-15 18:00:00+01:00</c:v>
                </c:pt>
                <c:pt idx="2125">
                  <c:v>2013-11-15 18:10:00+01:00</c:v>
                </c:pt>
                <c:pt idx="2126">
                  <c:v>2013-11-15 18:20:00+01:00</c:v>
                </c:pt>
                <c:pt idx="2127">
                  <c:v>2013-11-15 18:30:00+01:00</c:v>
                </c:pt>
                <c:pt idx="2128">
                  <c:v>2013-11-15 18:40:00+01:00</c:v>
                </c:pt>
                <c:pt idx="2129">
                  <c:v>2013-11-15 18:50:00+01:00</c:v>
                </c:pt>
                <c:pt idx="2130">
                  <c:v>2013-11-15 19:00:00+01:00</c:v>
                </c:pt>
                <c:pt idx="2131">
                  <c:v>2013-11-15 19:10:00+01:00</c:v>
                </c:pt>
                <c:pt idx="2132">
                  <c:v>2013-11-15 19:20:00+01:00</c:v>
                </c:pt>
                <c:pt idx="2133">
                  <c:v>2013-11-15 19:30:00+01:00</c:v>
                </c:pt>
                <c:pt idx="2134">
                  <c:v>2013-11-15 19:40:00+01:00</c:v>
                </c:pt>
                <c:pt idx="2135">
                  <c:v>2013-11-15 19:50:00+01:00</c:v>
                </c:pt>
                <c:pt idx="2136">
                  <c:v>2013-11-15 20:00:00+01:00</c:v>
                </c:pt>
                <c:pt idx="2137">
                  <c:v>2013-11-15 20:10:00+01:00</c:v>
                </c:pt>
                <c:pt idx="2138">
                  <c:v>2013-11-15 20:20:00+01:00</c:v>
                </c:pt>
                <c:pt idx="2139">
                  <c:v>2013-11-15 20:30:00+01:00</c:v>
                </c:pt>
                <c:pt idx="2140">
                  <c:v>2013-11-15 20:40:00+01:00</c:v>
                </c:pt>
                <c:pt idx="2141">
                  <c:v>2013-11-15 20:50:00+01:00</c:v>
                </c:pt>
                <c:pt idx="2142">
                  <c:v>2013-11-15 21:00:00+01:00</c:v>
                </c:pt>
                <c:pt idx="2143">
                  <c:v>2013-11-15 21:10:00+01:00</c:v>
                </c:pt>
                <c:pt idx="2144">
                  <c:v>2013-11-15 21:20:00+01:00</c:v>
                </c:pt>
                <c:pt idx="2145">
                  <c:v>2013-11-15 21:30:00+01:00</c:v>
                </c:pt>
                <c:pt idx="2146">
                  <c:v>2013-11-15 21:40:00+01:00</c:v>
                </c:pt>
                <c:pt idx="2147">
                  <c:v>2013-11-15 21:50:00+01:00</c:v>
                </c:pt>
                <c:pt idx="2148">
                  <c:v>2013-11-15 22:00:00+01:00</c:v>
                </c:pt>
                <c:pt idx="2149">
                  <c:v>2013-11-15 22:10:00+01:00</c:v>
                </c:pt>
                <c:pt idx="2150">
                  <c:v>2013-11-15 22:20:00+01:00</c:v>
                </c:pt>
                <c:pt idx="2151">
                  <c:v>2013-11-15 22:30:00+01:00</c:v>
                </c:pt>
                <c:pt idx="2152">
                  <c:v>2013-11-15 22:40:00+01:00</c:v>
                </c:pt>
                <c:pt idx="2153">
                  <c:v>2013-11-15 22:50:00+01:00</c:v>
                </c:pt>
                <c:pt idx="2154">
                  <c:v>2013-11-15 23:00:00+01:00</c:v>
                </c:pt>
                <c:pt idx="2155">
                  <c:v>2013-11-15 23:10:00+01:00</c:v>
                </c:pt>
                <c:pt idx="2156">
                  <c:v>2013-11-15 23:20:00+01:00</c:v>
                </c:pt>
                <c:pt idx="2157">
                  <c:v>2013-11-15 23:30:00+01:00</c:v>
                </c:pt>
                <c:pt idx="2158">
                  <c:v>2013-11-15 23:40:00+01:00</c:v>
                </c:pt>
                <c:pt idx="2159">
                  <c:v>2013-11-15 23:50:00+01:00</c:v>
                </c:pt>
                <c:pt idx="2160">
                  <c:v>2013-11-16 00:00:00+01:00</c:v>
                </c:pt>
                <c:pt idx="2161">
                  <c:v>2013-11-16 00:10:00+01:00</c:v>
                </c:pt>
                <c:pt idx="2162">
                  <c:v>2013-11-16 00:20:00+01:00</c:v>
                </c:pt>
                <c:pt idx="2163">
                  <c:v>2013-11-16 00:30:00+01:00</c:v>
                </c:pt>
                <c:pt idx="2164">
                  <c:v>2013-11-16 00:40:00+01:00</c:v>
                </c:pt>
                <c:pt idx="2165">
                  <c:v>2013-11-16 00:50:00+01:00</c:v>
                </c:pt>
                <c:pt idx="2166">
                  <c:v>2013-11-16 01:00:00+01:00</c:v>
                </c:pt>
                <c:pt idx="2167">
                  <c:v>2013-11-16 01:10:00+01:00</c:v>
                </c:pt>
                <c:pt idx="2168">
                  <c:v>2013-11-16 01:20:00+01:00</c:v>
                </c:pt>
                <c:pt idx="2169">
                  <c:v>2013-11-16 01:30:00+01:00</c:v>
                </c:pt>
                <c:pt idx="2170">
                  <c:v>2013-11-16 01:40:00+01:00</c:v>
                </c:pt>
                <c:pt idx="2171">
                  <c:v>2013-11-16 01:50:00+01:00</c:v>
                </c:pt>
                <c:pt idx="2172">
                  <c:v>2013-11-16 02:00:00+01:00</c:v>
                </c:pt>
                <c:pt idx="2173">
                  <c:v>2013-11-16 02:10:00+01:00</c:v>
                </c:pt>
                <c:pt idx="2174">
                  <c:v>2013-11-16 02:20:00+01:00</c:v>
                </c:pt>
                <c:pt idx="2175">
                  <c:v>2013-11-16 02:30:00+01:00</c:v>
                </c:pt>
                <c:pt idx="2176">
                  <c:v>2013-11-16 02:40:00+01:00</c:v>
                </c:pt>
                <c:pt idx="2177">
                  <c:v>2013-11-16 02:50:00+01:00</c:v>
                </c:pt>
                <c:pt idx="2178">
                  <c:v>2013-11-16 03:00:00+01:00</c:v>
                </c:pt>
                <c:pt idx="2179">
                  <c:v>2013-11-16 03:10:00+01:00</c:v>
                </c:pt>
                <c:pt idx="2180">
                  <c:v>2013-11-16 03:20:00+01:00</c:v>
                </c:pt>
                <c:pt idx="2181">
                  <c:v>2013-11-16 03:30:00+01:00</c:v>
                </c:pt>
                <c:pt idx="2182">
                  <c:v>2013-11-16 03:40:00+01:00</c:v>
                </c:pt>
                <c:pt idx="2183">
                  <c:v>2013-11-16 03:50:00+01:00</c:v>
                </c:pt>
                <c:pt idx="2184">
                  <c:v>2013-11-16 04:00:00+01:00</c:v>
                </c:pt>
                <c:pt idx="2185">
                  <c:v>2013-11-16 04:10:00+01:00</c:v>
                </c:pt>
                <c:pt idx="2186">
                  <c:v>2013-11-16 04:20:00+01:00</c:v>
                </c:pt>
                <c:pt idx="2187">
                  <c:v>2013-11-16 04:30:00+01:00</c:v>
                </c:pt>
                <c:pt idx="2188">
                  <c:v>2013-11-16 04:40:00+01:00</c:v>
                </c:pt>
                <c:pt idx="2189">
                  <c:v>2013-11-16 04:50:00+01:00</c:v>
                </c:pt>
                <c:pt idx="2190">
                  <c:v>2013-11-16 05:00:00+01:00</c:v>
                </c:pt>
                <c:pt idx="2191">
                  <c:v>2013-11-16 05:10:00+01:00</c:v>
                </c:pt>
                <c:pt idx="2192">
                  <c:v>2013-11-16 05:20:00+01:00</c:v>
                </c:pt>
                <c:pt idx="2193">
                  <c:v>2013-11-16 05:30:00+01:00</c:v>
                </c:pt>
                <c:pt idx="2194">
                  <c:v>2013-11-16 05:40:00+01:00</c:v>
                </c:pt>
                <c:pt idx="2195">
                  <c:v>2013-11-16 05:50:00+01:00</c:v>
                </c:pt>
                <c:pt idx="2196">
                  <c:v>2013-11-16 06:00:00+01:00</c:v>
                </c:pt>
                <c:pt idx="2197">
                  <c:v>2013-11-16 06:10:00+01:00</c:v>
                </c:pt>
                <c:pt idx="2198">
                  <c:v>2013-11-16 06:20:00+01:00</c:v>
                </c:pt>
                <c:pt idx="2199">
                  <c:v>2013-11-16 06:30:00+01:00</c:v>
                </c:pt>
                <c:pt idx="2200">
                  <c:v>2013-11-16 06:40:00+01:00</c:v>
                </c:pt>
                <c:pt idx="2201">
                  <c:v>2013-11-16 06:50:00+01:00</c:v>
                </c:pt>
                <c:pt idx="2202">
                  <c:v>2013-11-16 07:00:00+01:00</c:v>
                </c:pt>
                <c:pt idx="2203">
                  <c:v>2013-11-16 07:10:00+01:00</c:v>
                </c:pt>
                <c:pt idx="2204">
                  <c:v>2013-11-16 07:20:00+01:00</c:v>
                </c:pt>
                <c:pt idx="2205">
                  <c:v>2013-11-16 07:30:00+01:00</c:v>
                </c:pt>
                <c:pt idx="2206">
                  <c:v>2013-11-16 07:40:00+01:00</c:v>
                </c:pt>
                <c:pt idx="2207">
                  <c:v>2013-11-16 07:50:00+01:00</c:v>
                </c:pt>
                <c:pt idx="2208">
                  <c:v>2013-11-16 08:00:00+01:00</c:v>
                </c:pt>
                <c:pt idx="2209">
                  <c:v>2013-11-16 08:10:00+01:00</c:v>
                </c:pt>
                <c:pt idx="2210">
                  <c:v>2013-11-16 08:20:00+01:00</c:v>
                </c:pt>
                <c:pt idx="2211">
                  <c:v>2013-11-16 08:30:00+01:00</c:v>
                </c:pt>
                <c:pt idx="2212">
                  <c:v>2013-11-16 08:40:00+01:00</c:v>
                </c:pt>
                <c:pt idx="2213">
                  <c:v>2013-11-16 08:50:00+01:00</c:v>
                </c:pt>
                <c:pt idx="2214">
                  <c:v>2013-11-16 09:00:00+01:00</c:v>
                </c:pt>
                <c:pt idx="2215">
                  <c:v>2013-11-16 09:10:00+01:00</c:v>
                </c:pt>
                <c:pt idx="2216">
                  <c:v>2013-11-16 09:20:00+01:00</c:v>
                </c:pt>
                <c:pt idx="2217">
                  <c:v>2013-11-16 09:30:00+01:00</c:v>
                </c:pt>
                <c:pt idx="2218">
                  <c:v>2013-11-16 09:40:00+01:00</c:v>
                </c:pt>
                <c:pt idx="2219">
                  <c:v>2013-11-16 09:50:00+01:00</c:v>
                </c:pt>
                <c:pt idx="2220">
                  <c:v>2013-11-16 10:00:00+01:00</c:v>
                </c:pt>
                <c:pt idx="2221">
                  <c:v>2013-11-16 10:10:00+01:00</c:v>
                </c:pt>
                <c:pt idx="2222">
                  <c:v>2013-11-16 10:20:00+01:00</c:v>
                </c:pt>
                <c:pt idx="2223">
                  <c:v>2013-11-16 10:30:00+01:00</c:v>
                </c:pt>
                <c:pt idx="2224">
                  <c:v>2013-11-16 10:40:00+01:00</c:v>
                </c:pt>
                <c:pt idx="2225">
                  <c:v>2013-11-16 10:50:00+01:00</c:v>
                </c:pt>
                <c:pt idx="2226">
                  <c:v>2013-11-16 11:00:00+01:00</c:v>
                </c:pt>
                <c:pt idx="2227">
                  <c:v>2013-11-16 11:10:00+01:00</c:v>
                </c:pt>
                <c:pt idx="2228">
                  <c:v>2013-11-16 11:20:00+01:00</c:v>
                </c:pt>
                <c:pt idx="2229">
                  <c:v>2013-11-16 11:30:00+01:00</c:v>
                </c:pt>
                <c:pt idx="2230">
                  <c:v>2013-11-16 11:40:00+01:00</c:v>
                </c:pt>
                <c:pt idx="2231">
                  <c:v>2013-11-16 11:50:00+01:00</c:v>
                </c:pt>
                <c:pt idx="2232">
                  <c:v>2013-11-16 12:00:00+01:00</c:v>
                </c:pt>
                <c:pt idx="2233">
                  <c:v>2013-11-16 12:10:00+01:00</c:v>
                </c:pt>
                <c:pt idx="2234">
                  <c:v>2013-11-16 12:20:00+01:00</c:v>
                </c:pt>
                <c:pt idx="2235">
                  <c:v>2013-11-16 12:30:00+01:00</c:v>
                </c:pt>
                <c:pt idx="2236">
                  <c:v>2013-11-16 12:40:00+01:00</c:v>
                </c:pt>
                <c:pt idx="2237">
                  <c:v>2013-11-16 12:50:00+01:00</c:v>
                </c:pt>
                <c:pt idx="2238">
                  <c:v>2013-11-16 13:00:00+01:00</c:v>
                </c:pt>
                <c:pt idx="2239">
                  <c:v>2013-11-16 13:10:00+01:00</c:v>
                </c:pt>
                <c:pt idx="2240">
                  <c:v>2013-11-16 13:20:00+01:00</c:v>
                </c:pt>
                <c:pt idx="2241">
                  <c:v>2013-11-16 13:30:00+01:00</c:v>
                </c:pt>
                <c:pt idx="2242">
                  <c:v>2013-11-16 13:40:00+01:00</c:v>
                </c:pt>
                <c:pt idx="2243">
                  <c:v>2013-11-16 13:50:00+01:00</c:v>
                </c:pt>
                <c:pt idx="2244">
                  <c:v>2013-11-16 14:00:00+01:00</c:v>
                </c:pt>
                <c:pt idx="2245">
                  <c:v>2013-11-16 14:10:00+01:00</c:v>
                </c:pt>
                <c:pt idx="2246">
                  <c:v>2013-11-16 14:20:00+01:00</c:v>
                </c:pt>
                <c:pt idx="2247">
                  <c:v>2013-11-16 14:30:00+01:00</c:v>
                </c:pt>
                <c:pt idx="2248">
                  <c:v>2013-11-16 14:40:00+01:00</c:v>
                </c:pt>
                <c:pt idx="2249">
                  <c:v>2013-11-16 14:50:00+01:00</c:v>
                </c:pt>
                <c:pt idx="2250">
                  <c:v>2013-11-16 15:00:00+01:00</c:v>
                </c:pt>
                <c:pt idx="2251">
                  <c:v>2013-11-16 15:10:00+01:00</c:v>
                </c:pt>
                <c:pt idx="2252">
                  <c:v>2013-11-16 15:20:00+01:00</c:v>
                </c:pt>
                <c:pt idx="2253">
                  <c:v>2013-11-16 15:30:00+01:00</c:v>
                </c:pt>
                <c:pt idx="2254">
                  <c:v>2013-11-16 15:40:00+01:00</c:v>
                </c:pt>
                <c:pt idx="2255">
                  <c:v>2013-11-16 15:50:00+01:00</c:v>
                </c:pt>
                <c:pt idx="2256">
                  <c:v>2013-11-16 16:00:00+01:00</c:v>
                </c:pt>
                <c:pt idx="2257">
                  <c:v>2013-11-16 16:10:00+01:00</c:v>
                </c:pt>
                <c:pt idx="2258">
                  <c:v>2013-11-16 16:20:00+01:00</c:v>
                </c:pt>
                <c:pt idx="2259">
                  <c:v>2013-11-16 16:30:00+01:00</c:v>
                </c:pt>
                <c:pt idx="2260">
                  <c:v>2013-11-16 16:40:00+01:00</c:v>
                </c:pt>
                <c:pt idx="2261">
                  <c:v>2013-11-16 16:50:00+01:00</c:v>
                </c:pt>
                <c:pt idx="2262">
                  <c:v>2013-11-16 17:00:00+01:00</c:v>
                </c:pt>
                <c:pt idx="2263">
                  <c:v>2013-11-16 17:10:00+01:00</c:v>
                </c:pt>
                <c:pt idx="2264">
                  <c:v>2013-11-16 17:20:00+01:00</c:v>
                </c:pt>
                <c:pt idx="2265">
                  <c:v>2013-11-16 17:30:00+01:00</c:v>
                </c:pt>
                <c:pt idx="2266">
                  <c:v>2013-11-16 17:40:00+01:00</c:v>
                </c:pt>
                <c:pt idx="2267">
                  <c:v>2013-11-16 17:50:00+01:00</c:v>
                </c:pt>
                <c:pt idx="2268">
                  <c:v>2013-11-16 18:00:00+01:00</c:v>
                </c:pt>
                <c:pt idx="2269">
                  <c:v>2013-11-16 18:10:00+01:00</c:v>
                </c:pt>
                <c:pt idx="2270">
                  <c:v>2013-11-16 18:20:00+01:00</c:v>
                </c:pt>
                <c:pt idx="2271">
                  <c:v>2013-11-16 18:30:00+01:00</c:v>
                </c:pt>
                <c:pt idx="2272">
                  <c:v>2013-11-16 18:40:00+01:00</c:v>
                </c:pt>
                <c:pt idx="2273">
                  <c:v>2013-11-16 18:50:00+01:00</c:v>
                </c:pt>
                <c:pt idx="2274">
                  <c:v>2013-11-16 19:00:00+01:00</c:v>
                </c:pt>
                <c:pt idx="2275">
                  <c:v>2013-11-16 19:10:00+01:00</c:v>
                </c:pt>
                <c:pt idx="2276">
                  <c:v>2013-11-16 19:20:00+01:00</c:v>
                </c:pt>
                <c:pt idx="2277">
                  <c:v>2013-11-16 19:30:00+01:00</c:v>
                </c:pt>
                <c:pt idx="2278">
                  <c:v>2013-11-16 19:40:00+01:00</c:v>
                </c:pt>
                <c:pt idx="2279">
                  <c:v>2013-11-16 19:50:00+01:00</c:v>
                </c:pt>
                <c:pt idx="2280">
                  <c:v>2013-11-16 20:00:00+01:00</c:v>
                </c:pt>
                <c:pt idx="2281">
                  <c:v>2013-11-16 20:10:00+01:00</c:v>
                </c:pt>
                <c:pt idx="2282">
                  <c:v>2013-11-16 20:20:00+01:00</c:v>
                </c:pt>
                <c:pt idx="2283">
                  <c:v>2013-11-16 20:30:00+01:00</c:v>
                </c:pt>
                <c:pt idx="2284">
                  <c:v>2013-11-16 20:40:00+01:00</c:v>
                </c:pt>
                <c:pt idx="2285">
                  <c:v>2013-11-16 20:50:00+01:00</c:v>
                </c:pt>
                <c:pt idx="2286">
                  <c:v>2013-11-16 21:00:00+01:00</c:v>
                </c:pt>
                <c:pt idx="2287">
                  <c:v>2013-11-16 21:10:00+01:00</c:v>
                </c:pt>
                <c:pt idx="2288">
                  <c:v>2013-11-16 21:20:00+01:00</c:v>
                </c:pt>
                <c:pt idx="2289">
                  <c:v>2013-11-16 21:30:00+01:00</c:v>
                </c:pt>
                <c:pt idx="2290">
                  <c:v>2013-11-16 21:40:00+01:00</c:v>
                </c:pt>
                <c:pt idx="2291">
                  <c:v>2013-11-16 21:50:00+01:00</c:v>
                </c:pt>
                <c:pt idx="2292">
                  <c:v>2013-11-16 22:00:00+01:00</c:v>
                </c:pt>
                <c:pt idx="2293">
                  <c:v>2013-11-16 22:10:00+01:00</c:v>
                </c:pt>
                <c:pt idx="2294">
                  <c:v>2013-11-16 22:20:00+01:00</c:v>
                </c:pt>
                <c:pt idx="2295">
                  <c:v>2013-11-16 22:30:00+01:00</c:v>
                </c:pt>
                <c:pt idx="2296">
                  <c:v>2013-11-16 22:40:00+01:00</c:v>
                </c:pt>
                <c:pt idx="2297">
                  <c:v>2013-11-16 22:50:00+01:00</c:v>
                </c:pt>
                <c:pt idx="2298">
                  <c:v>2013-11-16 23:00:00+01:00</c:v>
                </c:pt>
                <c:pt idx="2299">
                  <c:v>2013-11-16 23:10:00+01:00</c:v>
                </c:pt>
                <c:pt idx="2300">
                  <c:v>2013-11-16 23:20:00+01:00</c:v>
                </c:pt>
                <c:pt idx="2301">
                  <c:v>2013-11-16 23:30:00+01:00</c:v>
                </c:pt>
                <c:pt idx="2302">
                  <c:v>2013-11-16 23:40:00+01:00</c:v>
                </c:pt>
                <c:pt idx="2303">
                  <c:v>2013-11-16 23:50:00+01:00</c:v>
                </c:pt>
                <c:pt idx="2304">
                  <c:v>2013-11-17 00:00:00+01:00</c:v>
                </c:pt>
                <c:pt idx="2305">
                  <c:v>2013-11-17 00:10:00+01:00</c:v>
                </c:pt>
                <c:pt idx="2306">
                  <c:v>2013-11-17 00:20:00+01:00</c:v>
                </c:pt>
                <c:pt idx="2307">
                  <c:v>2013-11-17 00:30:00+01:00</c:v>
                </c:pt>
                <c:pt idx="2308">
                  <c:v>2013-11-17 00:40:00+01:00</c:v>
                </c:pt>
                <c:pt idx="2309">
                  <c:v>2013-11-17 00:50:00+01:00</c:v>
                </c:pt>
                <c:pt idx="2310">
                  <c:v>2013-11-17 01:00:00+01:00</c:v>
                </c:pt>
                <c:pt idx="2311">
                  <c:v>2013-11-17 01:10:00+01:00</c:v>
                </c:pt>
                <c:pt idx="2312">
                  <c:v>2013-11-17 01:20:00+01:00</c:v>
                </c:pt>
                <c:pt idx="2313">
                  <c:v>2013-11-17 01:30:00+01:00</c:v>
                </c:pt>
                <c:pt idx="2314">
                  <c:v>2013-11-17 01:40:00+01:00</c:v>
                </c:pt>
                <c:pt idx="2315">
                  <c:v>2013-11-17 01:50:00+01:00</c:v>
                </c:pt>
                <c:pt idx="2316">
                  <c:v>2013-11-17 02:00:00+01:00</c:v>
                </c:pt>
                <c:pt idx="2317">
                  <c:v>2013-11-17 02:10:00+01:00</c:v>
                </c:pt>
                <c:pt idx="2318">
                  <c:v>2013-11-17 02:20:00+01:00</c:v>
                </c:pt>
                <c:pt idx="2319">
                  <c:v>2013-11-17 02:30:00+01:00</c:v>
                </c:pt>
                <c:pt idx="2320">
                  <c:v>2013-11-17 02:40:00+01:00</c:v>
                </c:pt>
                <c:pt idx="2321">
                  <c:v>2013-11-17 02:50:00+01:00</c:v>
                </c:pt>
                <c:pt idx="2322">
                  <c:v>2013-11-17 03:00:00+01:00</c:v>
                </c:pt>
                <c:pt idx="2323">
                  <c:v>2013-11-17 03:10:00+01:00</c:v>
                </c:pt>
                <c:pt idx="2324">
                  <c:v>2013-11-17 03:20:00+01:00</c:v>
                </c:pt>
                <c:pt idx="2325">
                  <c:v>2013-11-17 03:30:00+01:00</c:v>
                </c:pt>
                <c:pt idx="2326">
                  <c:v>2013-11-17 03:40:00+01:00</c:v>
                </c:pt>
                <c:pt idx="2327">
                  <c:v>2013-11-17 03:50:00+01:00</c:v>
                </c:pt>
                <c:pt idx="2328">
                  <c:v>2013-11-17 04:00:00+01:00</c:v>
                </c:pt>
                <c:pt idx="2329">
                  <c:v>2013-11-17 04:10:00+01:00</c:v>
                </c:pt>
                <c:pt idx="2330">
                  <c:v>2013-11-17 04:20:00+01:00</c:v>
                </c:pt>
                <c:pt idx="2331">
                  <c:v>2013-11-17 04:30:00+01:00</c:v>
                </c:pt>
                <c:pt idx="2332">
                  <c:v>2013-11-17 04:40:00+01:00</c:v>
                </c:pt>
                <c:pt idx="2333">
                  <c:v>2013-11-17 04:50:00+01:00</c:v>
                </c:pt>
                <c:pt idx="2334">
                  <c:v>2013-11-17 05:00:00+01:00</c:v>
                </c:pt>
                <c:pt idx="2335">
                  <c:v>2013-11-17 05:10:00+01:00</c:v>
                </c:pt>
                <c:pt idx="2336">
                  <c:v>2013-11-17 05:20:00+01:00</c:v>
                </c:pt>
                <c:pt idx="2337">
                  <c:v>2013-11-17 05:30:00+01:00</c:v>
                </c:pt>
                <c:pt idx="2338">
                  <c:v>2013-11-17 05:40:00+01:00</c:v>
                </c:pt>
                <c:pt idx="2339">
                  <c:v>2013-11-17 05:50:00+01:00</c:v>
                </c:pt>
                <c:pt idx="2340">
                  <c:v>2013-11-17 06:00:00+01:00</c:v>
                </c:pt>
                <c:pt idx="2341">
                  <c:v>2013-11-17 06:10:00+01:00</c:v>
                </c:pt>
                <c:pt idx="2342">
                  <c:v>2013-11-17 06:20:00+01:00</c:v>
                </c:pt>
                <c:pt idx="2343">
                  <c:v>2013-11-17 06:30:00+01:00</c:v>
                </c:pt>
                <c:pt idx="2344">
                  <c:v>2013-11-17 06:40:00+01:00</c:v>
                </c:pt>
                <c:pt idx="2345">
                  <c:v>2013-11-17 06:50:00+01:00</c:v>
                </c:pt>
                <c:pt idx="2346">
                  <c:v>2013-11-17 07:00:00+01:00</c:v>
                </c:pt>
                <c:pt idx="2347">
                  <c:v>2013-11-17 07:10:00+01:00</c:v>
                </c:pt>
                <c:pt idx="2348">
                  <c:v>2013-11-17 07:20:00+01:00</c:v>
                </c:pt>
                <c:pt idx="2349">
                  <c:v>2013-11-17 07:30:00+01:00</c:v>
                </c:pt>
                <c:pt idx="2350">
                  <c:v>2013-11-17 07:40:00+01:00</c:v>
                </c:pt>
                <c:pt idx="2351">
                  <c:v>2013-11-17 07:50:00+01:00</c:v>
                </c:pt>
                <c:pt idx="2352">
                  <c:v>2013-11-17 08:00:00+01:00</c:v>
                </c:pt>
                <c:pt idx="2353">
                  <c:v>2013-11-17 08:10:00+01:00</c:v>
                </c:pt>
                <c:pt idx="2354">
                  <c:v>2013-11-17 08:20:00+01:00</c:v>
                </c:pt>
                <c:pt idx="2355">
                  <c:v>2013-11-17 08:30:00+01:00</c:v>
                </c:pt>
                <c:pt idx="2356">
                  <c:v>2013-11-17 08:40:00+01:00</c:v>
                </c:pt>
                <c:pt idx="2357">
                  <c:v>2013-11-17 08:50:00+01:00</c:v>
                </c:pt>
                <c:pt idx="2358">
                  <c:v>2013-11-17 09:00:00+01:00</c:v>
                </c:pt>
                <c:pt idx="2359">
                  <c:v>2013-11-17 09:10:00+01:00</c:v>
                </c:pt>
                <c:pt idx="2360">
                  <c:v>2013-11-17 09:20:00+01:00</c:v>
                </c:pt>
                <c:pt idx="2361">
                  <c:v>2013-11-17 09:30:00+01:00</c:v>
                </c:pt>
                <c:pt idx="2362">
                  <c:v>2013-11-17 09:40:00+01:00</c:v>
                </c:pt>
                <c:pt idx="2363">
                  <c:v>2013-11-17 09:50:00+01:00</c:v>
                </c:pt>
                <c:pt idx="2364">
                  <c:v>2013-11-17 10:00:00+01:00</c:v>
                </c:pt>
                <c:pt idx="2365">
                  <c:v>2013-11-17 10:10:00+01:00</c:v>
                </c:pt>
                <c:pt idx="2366">
                  <c:v>2013-11-17 10:20:00+01:00</c:v>
                </c:pt>
                <c:pt idx="2367">
                  <c:v>2013-11-17 10:30:00+01:00</c:v>
                </c:pt>
                <c:pt idx="2368">
                  <c:v>2013-11-17 10:40:00+01:00</c:v>
                </c:pt>
                <c:pt idx="2369">
                  <c:v>2013-11-17 10:50:00+01:00</c:v>
                </c:pt>
                <c:pt idx="2370">
                  <c:v>2013-11-17 11:00:00+01:00</c:v>
                </c:pt>
                <c:pt idx="2371">
                  <c:v>2013-11-17 11:10:00+01:00</c:v>
                </c:pt>
                <c:pt idx="2372">
                  <c:v>2013-11-17 11:20:00+01:00</c:v>
                </c:pt>
                <c:pt idx="2373">
                  <c:v>2013-11-17 11:30:00+01:00</c:v>
                </c:pt>
                <c:pt idx="2374">
                  <c:v>2013-11-17 11:40:00+01:00</c:v>
                </c:pt>
                <c:pt idx="2375">
                  <c:v>2013-11-17 11:50:00+01:00</c:v>
                </c:pt>
                <c:pt idx="2376">
                  <c:v>2013-11-17 12:00:00+01:00</c:v>
                </c:pt>
                <c:pt idx="2377">
                  <c:v>2013-11-17 12:10:00+01:00</c:v>
                </c:pt>
                <c:pt idx="2378">
                  <c:v>2013-11-17 12:20:00+01:00</c:v>
                </c:pt>
                <c:pt idx="2379">
                  <c:v>2013-11-17 12:30:00+01:00</c:v>
                </c:pt>
                <c:pt idx="2380">
                  <c:v>2013-11-17 12:40:00+01:00</c:v>
                </c:pt>
                <c:pt idx="2381">
                  <c:v>2013-11-17 12:50:00+01:00</c:v>
                </c:pt>
                <c:pt idx="2382">
                  <c:v>2013-11-17 13:00:00+01:00</c:v>
                </c:pt>
                <c:pt idx="2383">
                  <c:v>2013-11-17 13:10:00+01:00</c:v>
                </c:pt>
                <c:pt idx="2384">
                  <c:v>2013-11-17 13:20:00+01:00</c:v>
                </c:pt>
                <c:pt idx="2385">
                  <c:v>2013-11-17 13:30:00+01:00</c:v>
                </c:pt>
                <c:pt idx="2386">
                  <c:v>2013-11-17 13:40:00+01:00</c:v>
                </c:pt>
                <c:pt idx="2387">
                  <c:v>2013-11-17 13:50:00+01:00</c:v>
                </c:pt>
                <c:pt idx="2388">
                  <c:v>2013-11-17 14:00:00+01:00</c:v>
                </c:pt>
                <c:pt idx="2389">
                  <c:v>2013-11-17 14:10:00+01:00</c:v>
                </c:pt>
                <c:pt idx="2390">
                  <c:v>2013-11-17 14:20:00+01:00</c:v>
                </c:pt>
                <c:pt idx="2391">
                  <c:v>2013-11-17 14:30:00+01:00</c:v>
                </c:pt>
                <c:pt idx="2392">
                  <c:v>2013-11-17 14:40:00+01:00</c:v>
                </c:pt>
                <c:pt idx="2393">
                  <c:v>2013-11-17 14:50:00+01:00</c:v>
                </c:pt>
                <c:pt idx="2394">
                  <c:v>2013-11-17 15:00:00+01:00</c:v>
                </c:pt>
                <c:pt idx="2395">
                  <c:v>2013-11-17 15:10:00+01:00</c:v>
                </c:pt>
                <c:pt idx="2396">
                  <c:v>2013-11-17 15:20:00+01:00</c:v>
                </c:pt>
                <c:pt idx="2397">
                  <c:v>2013-11-17 15:30:00+01:00</c:v>
                </c:pt>
                <c:pt idx="2398">
                  <c:v>2013-11-17 15:40:00+01:00</c:v>
                </c:pt>
                <c:pt idx="2399">
                  <c:v>2013-11-17 15:50:00+01:00</c:v>
                </c:pt>
                <c:pt idx="2400">
                  <c:v>2013-11-17 16:00:00+01:00</c:v>
                </c:pt>
                <c:pt idx="2401">
                  <c:v>2013-11-17 16:10:00+01:00</c:v>
                </c:pt>
                <c:pt idx="2402">
                  <c:v>2013-11-17 16:20:00+01:00</c:v>
                </c:pt>
                <c:pt idx="2403">
                  <c:v>2013-11-17 16:30:00+01:00</c:v>
                </c:pt>
                <c:pt idx="2404">
                  <c:v>2013-11-17 16:40:00+01:00</c:v>
                </c:pt>
                <c:pt idx="2405">
                  <c:v>2013-11-17 16:50:00+01:00</c:v>
                </c:pt>
                <c:pt idx="2406">
                  <c:v>2013-11-17 17:00:00+01:00</c:v>
                </c:pt>
                <c:pt idx="2407">
                  <c:v>2013-11-17 17:10:00+01:00</c:v>
                </c:pt>
                <c:pt idx="2408">
                  <c:v>2013-11-17 17:20:00+01:00</c:v>
                </c:pt>
                <c:pt idx="2409">
                  <c:v>2013-11-17 17:30:00+01:00</c:v>
                </c:pt>
                <c:pt idx="2410">
                  <c:v>2013-11-17 17:40:00+01:00</c:v>
                </c:pt>
                <c:pt idx="2411">
                  <c:v>2013-11-17 17:50:00+01:00</c:v>
                </c:pt>
                <c:pt idx="2412">
                  <c:v>2013-11-17 18:00:00+01:00</c:v>
                </c:pt>
                <c:pt idx="2413">
                  <c:v>2013-11-17 18:10:00+01:00</c:v>
                </c:pt>
                <c:pt idx="2414">
                  <c:v>2013-11-17 18:20:00+01:00</c:v>
                </c:pt>
                <c:pt idx="2415">
                  <c:v>2013-11-17 18:30:00+01:00</c:v>
                </c:pt>
                <c:pt idx="2416">
                  <c:v>2013-11-17 18:40:00+01:00</c:v>
                </c:pt>
                <c:pt idx="2417">
                  <c:v>2013-11-17 18:50:00+01:00</c:v>
                </c:pt>
                <c:pt idx="2418">
                  <c:v>2013-11-17 19:00:00+01:00</c:v>
                </c:pt>
                <c:pt idx="2419">
                  <c:v>2013-11-17 19:10:00+01:00</c:v>
                </c:pt>
                <c:pt idx="2420">
                  <c:v>2013-11-17 19:20:00+01:00</c:v>
                </c:pt>
                <c:pt idx="2421">
                  <c:v>2013-11-17 19:30:00+01:00</c:v>
                </c:pt>
                <c:pt idx="2422">
                  <c:v>2013-11-17 19:40:00+01:00</c:v>
                </c:pt>
                <c:pt idx="2423">
                  <c:v>2013-11-17 19:50:00+01:00</c:v>
                </c:pt>
                <c:pt idx="2424">
                  <c:v>2013-11-17 20:00:00+01:00</c:v>
                </c:pt>
                <c:pt idx="2425">
                  <c:v>2013-11-17 20:10:00+01:00</c:v>
                </c:pt>
                <c:pt idx="2426">
                  <c:v>2013-11-17 20:20:00+01:00</c:v>
                </c:pt>
                <c:pt idx="2427">
                  <c:v>2013-11-17 20:30:00+01:00</c:v>
                </c:pt>
                <c:pt idx="2428">
                  <c:v>2013-11-17 20:40:00+01:00</c:v>
                </c:pt>
                <c:pt idx="2429">
                  <c:v>2013-11-17 20:50:00+01:00</c:v>
                </c:pt>
                <c:pt idx="2430">
                  <c:v>2013-11-17 21:00:00+01:00</c:v>
                </c:pt>
                <c:pt idx="2431">
                  <c:v>2013-11-17 21:10:00+01:00</c:v>
                </c:pt>
                <c:pt idx="2432">
                  <c:v>2013-11-17 21:20:00+01:00</c:v>
                </c:pt>
                <c:pt idx="2433">
                  <c:v>2013-11-17 21:30:00+01:00</c:v>
                </c:pt>
                <c:pt idx="2434">
                  <c:v>2013-11-17 21:40:00+01:00</c:v>
                </c:pt>
                <c:pt idx="2435">
                  <c:v>2013-11-17 21:50:00+01:00</c:v>
                </c:pt>
                <c:pt idx="2436">
                  <c:v>2013-11-17 22:00:00+01:00</c:v>
                </c:pt>
                <c:pt idx="2437">
                  <c:v>2013-11-17 22:10:00+01:00</c:v>
                </c:pt>
                <c:pt idx="2438">
                  <c:v>2013-11-17 22:20:00+01:00</c:v>
                </c:pt>
                <c:pt idx="2439">
                  <c:v>2013-11-17 22:30:00+01:00</c:v>
                </c:pt>
                <c:pt idx="2440">
                  <c:v>2013-11-17 22:40:00+01:00</c:v>
                </c:pt>
                <c:pt idx="2441">
                  <c:v>2013-11-17 22:50:00+01:00</c:v>
                </c:pt>
                <c:pt idx="2442">
                  <c:v>2013-11-17 23:00:00+01:00</c:v>
                </c:pt>
                <c:pt idx="2443">
                  <c:v>2013-11-17 23:10:00+01:00</c:v>
                </c:pt>
                <c:pt idx="2444">
                  <c:v>2013-11-17 23:20:00+01:00</c:v>
                </c:pt>
                <c:pt idx="2445">
                  <c:v>2013-11-17 23:30:00+01:00</c:v>
                </c:pt>
                <c:pt idx="2446">
                  <c:v>2013-11-17 23:40:00+01:00</c:v>
                </c:pt>
                <c:pt idx="2447">
                  <c:v>2013-11-17 23:50:00+01:00</c:v>
                </c:pt>
                <c:pt idx="2448">
                  <c:v>2013-11-18 00:00:00+01:00</c:v>
                </c:pt>
                <c:pt idx="2449">
                  <c:v>2013-11-18 00:10:00+01:00</c:v>
                </c:pt>
                <c:pt idx="2450">
                  <c:v>2013-11-18 00:20:00+01:00</c:v>
                </c:pt>
                <c:pt idx="2451">
                  <c:v>2013-11-18 00:30:00+01:00</c:v>
                </c:pt>
                <c:pt idx="2452">
                  <c:v>2013-11-18 00:40:00+01:00</c:v>
                </c:pt>
                <c:pt idx="2453">
                  <c:v>2013-11-18 00:50:00+01:00</c:v>
                </c:pt>
                <c:pt idx="2454">
                  <c:v>2013-11-18 01:00:00+01:00</c:v>
                </c:pt>
                <c:pt idx="2455">
                  <c:v>2013-11-18 01:10:00+01:00</c:v>
                </c:pt>
                <c:pt idx="2456">
                  <c:v>2013-11-18 01:20:00+01:00</c:v>
                </c:pt>
                <c:pt idx="2457">
                  <c:v>2013-11-18 01:30:00+01:00</c:v>
                </c:pt>
                <c:pt idx="2458">
                  <c:v>2013-11-18 01:40:00+01:00</c:v>
                </c:pt>
                <c:pt idx="2459">
                  <c:v>2013-11-18 01:50:00+01:00</c:v>
                </c:pt>
                <c:pt idx="2460">
                  <c:v>2013-11-18 02:00:00+01:00</c:v>
                </c:pt>
                <c:pt idx="2461">
                  <c:v>2013-11-18 02:10:00+01:00</c:v>
                </c:pt>
                <c:pt idx="2462">
                  <c:v>2013-11-18 02:20:00+01:00</c:v>
                </c:pt>
                <c:pt idx="2463">
                  <c:v>2013-11-18 02:30:00+01:00</c:v>
                </c:pt>
                <c:pt idx="2464">
                  <c:v>2013-11-18 02:40:00+01:00</c:v>
                </c:pt>
                <c:pt idx="2465">
                  <c:v>2013-11-18 02:50:00+01:00</c:v>
                </c:pt>
                <c:pt idx="2466">
                  <c:v>2013-11-18 03:00:00+01:00</c:v>
                </c:pt>
                <c:pt idx="2467">
                  <c:v>2013-11-18 03:10:00+01:00</c:v>
                </c:pt>
                <c:pt idx="2468">
                  <c:v>2013-11-18 03:20:00+01:00</c:v>
                </c:pt>
                <c:pt idx="2469">
                  <c:v>2013-11-18 03:30:00+01:00</c:v>
                </c:pt>
                <c:pt idx="2470">
                  <c:v>2013-11-18 03:40:00+01:00</c:v>
                </c:pt>
                <c:pt idx="2471">
                  <c:v>2013-11-18 03:50:00+01:00</c:v>
                </c:pt>
                <c:pt idx="2472">
                  <c:v>2013-11-18 04:00:00+01:00</c:v>
                </c:pt>
                <c:pt idx="2473">
                  <c:v>2013-11-18 04:10:00+01:00</c:v>
                </c:pt>
                <c:pt idx="2474">
                  <c:v>2013-11-18 04:20:00+01:00</c:v>
                </c:pt>
                <c:pt idx="2475">
                  <c:v>2013-11-18 04:30:00+01:00</c:v>
                </c:pt>
                <c:pt idx="2476">
                  <c:v>2013-11-18 04:40:00+01:00</c:v>
                </c:pt>
                <c:pt idx="2477">
                  <c:v>2013-11-18 04:50:00+01:00</c:v>
                </c:pt>
                <c:pt idx="2478">
                  <c:v>2013-11-18 05:00:00+01:00</c:v>
                </c:pt>
                <c:pt idx="2479">
                  <c:v>2013-11-18 05:10:00+01:00</c:v>
                </c:pt>
                <c:pt idx="2480">
                  <c:v>2013-11-18 05:20:00+01:00</c:v>
                </c:pt>
                <c:pt idx="2481">
                  <c:v>2013-11-18 05:30:00+01:00</c:v>
                </c:pt>
                <c:pt idx="2482">
                  <c:v>2013-11-18 05:40:00+01:00</c:v>
                </c:pt>
                <c:pt idx="2483">
                  <c:v>2013-11-18 05:50:00+01:00</c:v>
                </c:pt>
                <c:pt idx="2484">
                  <c:v>2013-11-18 06:00:00+01:00</c:v>
                </c:pt>
                <c:pt idx="2485">
                  <c:v>2013-11-18 06:10:00+01:00</c:v>
                </c:pt>
                <c:pt idx="2486">
                  <c:v>2013-11-18 06:20:00+01:00</c:v>
                </c:pt>
                <c:pt idx="2487">
                  <c:v>2013-11-18 06:30:00+01:00</c:v>
                </c:pt>
                <c:pt idx="2488">
                  <c:v>2013-11-18 06:40:00+01:00</c:v>
                </c:pt>
                <c:pt idx="2489">
                  <c:v>2013-11-18 06:50:00+01:00</c:v>
                </c:pt>
                <c:pt idx="2490">
                  <c:v>2013-11-18 07:00:00+01:00</c:v>
                </c:pt>
                <c:pt idx="2491">
                  <c:v>2013-11-18 07:10:00+01:00</c:v>
                </c:pt>
                <c:pt idx="2492">
                  <c:v>2013-11-18 07:20:00+01:00</c:v>
                </c:pt>
                <c:pt idx="2493">
                  <c:v>2013-11-18 07:30:00+01:00</c:v>
                </c:pt>
                <c:pt idx="2494">
                  <c:v>2013-11-18 07:40:00+01:00</c:v>
                </c:pt>
                <c:pt idx="2495">
                  <c:v>2013-11-18 07:50:00+01:00</c:v>
                </c:pt>
                <c:pt idx="2496">
                  <c:v>2013-11-18 08:00:00+01:00</c:v>
                </c:pt>
                <c:pt idx="2497">
                  <c:v>2013-11-18 08:10:00+01:00</c:v>
                </c:pt>
                <c:pt idx="2498">
                  <c:v>2013-11-18 08:20:00+01:00</c:v>
                </c:pt>
                <c:pt idx="2499">
                  <c:v>2013-11-18 08:30:00+01:00</c:v>
                </c:pt>
                <c:pt idx="2500">
                  <c:v>2013-11-18 08:40:00+01:00</c:v>
                </c:pt>
                <c:pt idx="2501">
                  <c:v>2013-11-18 08:50:00+01:00</c:v>
                </c:pt>
                <c:pt idx="2502">
                  <c:v>2013-11-18 09:00:00+01:00</c:v>
                </c:pt>
                <c:pt idx="2503">
                  <c:v>2013-11-18 09:10:00+01:00</c:v>
                </c:pt>
                <c:pt idx="2504">
                  <c:v>2013-11-18 09:20:00+01:00</c:v>
                </c:pt>
                <c:pt idx="2505">
                  <c:v>2013-11-18 09:30:00+01:00</c:v>
                </c:pt>
                <c:pt idx="2506">
                  <c:v>2013-11-18 09:40:00+01:00</c:v>
                </c:pt>
                <c:pt idx="2507">
                  <c:v>2013-11-18 09:50:00+01:00</c:v>
                </c:pt>
                <c:pt idx="2508">
                  <c:v>2013-11-18 10:00:00+01:00</c:v>
                </c:pt>
                <c:pt idx="2509">
                  <c:v>2013-11-18 10:10:00+01:00</c:v>
                </c:pt>
                <c:pt idx="2510">
                  <c:v>2013-11-18 10:20:00+01:00</c:v>
                </c:pt>
                <c:pt idx="2511">
                  <c:v>2013-11-18 10:30:00+01:00</c:v>
                </c:pt>
                <c:pt idx="2512">
                  <c:v>2013-11-18 10:40:00+01:00</c:v>
                </c:pt>
                <c:pt idx="2513">
                  <c:v>2013-11-18 10:50:00+01:00</c:v>
                </c:pt>
                <c:pt idx="2514">
                  <c:v>2013-11-18 11:00:00+01:00</c:v>
                </c:pt>
                <c:pt idx="2515">
                  <c:v>2013-11-18 11:10:00+01:00</c:v>
                </c:pt>
                <c:pt idx="2516">
                  <c:v>2013-11-18 11:20:00+01:00</c:v>
                </c:pt>
                <c:pt idx="2517">
                  <c:v>2013-11-18 11:30:00+01:00</c:v>
                </c:pt>
                <c:pt idx="2518">
                  <c:v>2013-11-18 11:40:00+01:00</c:v>
                </c:pt>
                <c:pt idx="2519">
                  <c:v>2013-11-18 11:50:00+01:00</c:v>
                </c:pt>
                <c:pt idx="2520">
                  <c:v>2013-11-18 12:00:00+01:00</c:v>
                </c:pt>
                <c:pt idx="2521">
                  <c:v>2013-11-18 12:10:00+01:00</c:v>
                </c:pt>
                <c:pt idx="2522">
                  <c:v>2013-11-18 12:20:00+01:00</c:v>
                </c:pt>
                <c:pt idx="2523">
                  <c:v>2013-11-18 12:30:00+01:00</c:v>
                </c:pt>
                <c:pt idx="2524">
                  <c:v>2013-11-18 12:40:00+01:00</c:v>
                </c:pt>
                <c:pt idx="2525">
                  <c:v>2013-11-18 12:50:00+01:00</c:v>
                </c:pt>
                <c:pt idx="2526">
                  <c:v>2013-11-18 13:00:00+01:00</c:v>
                </c:pt>
                <c:pt idx="2527">
                  <c:v>2013-11-18 13:10:00+01:00</c:v>
                </c:pt>
                <c:pt idx="2528">
                  <c:v>2013-11-18 13:20:00+01:00</c:v>
                </c:pt>
                <c:pt idx="2529">
                  <c:v>2013-11-18 13:30:00+01:00</c:v>
                </c:pt>
                <c:pt idx="2530">
                  <c:v>2013-11-18 13:40:00+01:00</c:v>
                </c:pt>
                <c:pt idx="2531">
                  <c:v>2013-11-18 13:50:00+01:00</c:v>
                </c:pt>
                <c:pt idx="2532">
                  <c:v>2013-11-18 14:00:00+01:00</c:v>
                </c:pt>
                <c:pt idx="2533">
                  <c:v>2013-11-18 14:10:00+01:00</c:v>
                </c:pt>
                <c:pt idx="2534">
                  <c:v>2013-11-18 14:20:00+01:00</c:v>
                </c:pt>
                <c:pt idx="2535">
                  <c:v>2013-11-18 14:30:00+01:00</c:v>
                </c:pt>
                <c:pt idx="2536">
                  <c:v>2013-11-18 14:40:00+01:00</c:v>
                </c:pt>
                <c:pt idx="2537">
                  <c:v>2013-11-18 14:50:00+01:00</c:v>
                </c:pt>
                <c:pt idx="2538">
                  <c:v>2013-11-18 15:00:00+01:00</c:v>
                </c:pt>
                <c:pt idx="2539">
                  <c:v>2013-11-18 15:10:00+01:00</c:v>
                </c:pt>
                <c:pt idx="2540">
                  <c:v>2013-11-18 15:20:00+01:00</c:v>
                </c:pt>
                <c:pt idx="2541">
                  <c:v>2013-11-18 15:30:00+01:00</c:v>
                </c:pt>
                <c:pt idx="2542">
                  <c:v>2013-11-18 15:40:00+01:00</c:v>
                </c:pt>
                <c:pt idx="2543">
                  <c:v>2013-11-18 15:50:00+01:00</c:v>
                </c:pt>
                <c:pt idx="2544">
                  <c:v>2013-11-18 16:00:00+01:00</c:v>
                </c:pt>
                <c:pt idx="2545">
                  <c:v>2013-11-18 16:10:00+01:00</c:v>
                </c:pt>
                <c:pt idx="2546">
                  <c:v>2013-11-18 16:20:00+01:00</c:v>
                </c:pt>
                <c:pt idx="2547">
                  <c:v>2013-11-18 16:30:00+01:00</c:v>
                </c:pt>
                <c:pt idx="2548">
                  <c:v>2013-11-18 16:40:00+01:00</c:v>
                </c:pt>
                <c:pt idx="2549">
                  <c:v>2013-11-18 16:50:00+01:00</c:v>
                </c:pt>
                <c:pt idx="2550">
                  <c:v>2013-11-18 17:00:00+01:00</c:v>
                </c:pt>
                <c:pt idx="2551">
                  <c:v>2013-11-18 17:10:00+01:00</c:v>
                </c:pt>
                <c:pt idx="2552">
                  <c:v>2013-11-18 17:20:00+01:00</c:v>
                </c:pt>
                <c:pt idx="2553">
                  <c:v>2013-11-18 17:30:00+01:00</c:v>
                </c:pt>
                <c:pt idx="2554">
                  <c:v>2013-11-18 17:40:00+01:00</c:v>
                </c:pt>
                <c:pt idx="2555">
                  <c:v>2013-11-18 17:50:00+01:00</c:v>
                </c:pt>
                <c:pt idx="2556">
                  <c:v>2013-11-18 18:00:00+01:00</c:v>
                </c:pt>
                <c:pt idx="2557">
                  <c:v>2013-11-18 18:10:00+01:00</c:v>
                </c:pt>
                <c:pt idx="2558">
                  <c:v>2013-11-18 18:20:00+01:00</c:v>
                </c:pt>
                <c:pt idx="2559">
                  <c:v>2013-11-18 18:30:00+01:00</c:v>
                </c:pt>
                <c:pt idx="2560">
                  <c:v>2013-11-18 18:40:00+01:00</c:v>
                </c:pt>
                <c:pt idx="2561">
                  <c:v>2013-11-18 18:50:00+01:00</c:v>
                </c:pt>
                <c:pt idx="2562">
                  <c:v>2013-11-18 19:00:00+01:00</c:v>
                </c:pt>
                <c:pt idx="2563">
                  <c:v>2013-11-18 19:10:00+01:00</c:v>
                </c:pt>
                <c:pt idx="2564">
                  <c:v>2013-11-18 19:20:00+01:00</c:v>
                </c:pt>
                <c:pt idx="2565">
                  <c:v>2013-11-18 19:30:00+01:00</c:v>
                </c:pt>
                <c:pt idx="2566">
                  <c:v>2013-11-18 19:40:00+01:00</c:v>
                </c:pt>
                <c:pt idx="2567">
                  <c:v>2013-11-18 19:50:00+01:00</c:v>
                </c:pt>
                <c:pt idx="2568">
                  <c:v>2013-11-18 20:00:00+01:00</c:v>
                </c:pt>
                <c:pt idx="2569">
                  <c:v>2013-11-18 20:10:00+01:00</c:v>
                </c:pt>
                <c:pt idx="2570">
                  <c:v>2013-11-18 20:20:00+01:00</c:v>
                </c:pt>
                <c:pt idx="2571">
                  <c:v>2013-11-18 20:30:00+01:00</c:v>
                </c:pt>
                <c:pt idx="2572">
                  <c:v>2013-11-18 20:40:00+01:00</c:v>
                </c:pt>
                <c:pt idx="2573">
                  <c:v>2013-11-18 20:50:00+01:00</c:v>
                </c:pt>
                <c:pt idx="2574">
                  <c:v>2013-11-18 21:00:00+01:00</c:v>
                </c:pt>
                <c:pt idx="2575">
                  <c:v>2013-11-18 21:10:00+01:00</c:v>
                </c:pt>
                <c:pt idx="2576">
                  <c:v>2013-11-18 21:20:00+01:00</c:v>
                </c:pt>
                <c:pt idx="2577">
                  <c:v>2013-11-18 21:30:00+01:00</c:v>
                </c:pt>
                <c:pt idx="2578">
                  <c:v>2013-11-18 21:40:00+01:00</c:v>
                </c:pt>
                <c:pt idx="2579">
                  <c:v>2013-11-18 21:50:00+01:00</c:v>
                </c:pt>
                <c:pt idx="2580">
                  <c:v>2013-11-18 22:00:00+01:00</c:v>
                </c:pt>
                <c:pt idx="2581">
                  <c:v>2013-11-18 22:10:00+01:00</c:v>
                </c:pt>
                <c:pt idx="2582">
                  <c:v>2013-11-18 22:20:00+01:00</c:v>
                </c:pt>
                <c:pt idx="2583">
                  <c:v>2013-11-18 22:30:00+01:00</c:v>
                </c:pt>
                <c:pt idx="2584">
                  <c:v>2013-11-18 22:40:00+01:00</c:v>
                </c:pt>
                <c:pt idx="2585">
                  <c:v>2013-11-18 22:50:00+01:00</c:v>
                </c:pt>
                <c:pt idx="2586">
                  <c:v>2013-11-18 23:00:00+01:00</c:v>
                </c:pt>
                <c:pt idx="2587">
                  <c:v>2013-11-18 23:10:00+01:00</c:v>
                </c:pt>
                <c:pt idx="2588">
                  <c:v>2013-11-18 23:20:00+01:00</c:v>
                </c:pt>
                <c:pt idx="2589">
                  <c:v>2013-11-18 23:30:00+01:00</c:v>
                </c:pt>
                <c:pt idx="2590">
                  <c:v>2013-11-18 23:40:00+01:00</c:v>
                </c:pt>
                <c:pt idx="2591">
                  <c:v>2013-11-18 23:50:00+01:00</c:v>
                </c:pt>
                <c:pt idx="2592">
                  <c:v>2013-11-19 00:00:00+01:00</c:v>
                </c:pt>
                <c:pt idx="2593">
                  <c:v>2013-11-19 00:10:00+01:00</c:v>
                </c:pt>
                <c:pt idx="2594">
                  <c:v>2013-11-19 00:20:00+01:00</c:v>
                </c:pt>
                <c:pt idx="2595">
                  <c:v>2013-11-19 00:30:00+01:00</c:v>
                </c:pt>
                <c:pt idx="2596">
                  <c:v>2013-11-19 00:40:00+01:00</c:v>
                </c:pt>
                <c:pt idx="2597">
                  <c:v>2013-11-19 00:50:00+01:00</c:v>
                </c:pt>
                <c:pt idx="2598">
                  <c:v>2013-11-19 01:00:00+01:00</c:v>
                </c:pt>
                <c:pt idx="2599">
                  <c:v>2013-11-19 01:10:00+01:00</c:v>
                </c:pt>
                <c:pt idx="2600">
                  <c:v>2013-11-19 01:20:00+01:00</c:v>
                </c:pt>
                <c:pt idx="2601">
                  <c:v>2013-11-19 01:30:00+01:00</c:v>
                </c:pt>
                <c:pt idx="2602">
                  <c:v>2013-11-19 01:40:00+01:00</c:v>
                </c:pt>
                <c:pt idx="2603">
                  <c:v>2013-11-19 01:50:00+01:00</c:v>
                </c:pt>
                <c:pt idx="2604">
                  <c:v>2013-11-19 02:00:00+01:00</c:v>
                </c:pt>
                <c:pt idx="2605">
                  <c:v>2013-11-19 02:10:00+01:00</c:v>
                </c:pt>
                <c:pt idx="2606">
                  <c:v>2013-11-19 02:20:00+01:00</c:v>
                </c:pt>
                <c:pt idx="2607">
                  <c:v>2013-11-19 02:30:00+01:00</c:v>
                </c:pt>
                <c:pt idx="2608">
                  <c:v>2013-11-19 02:40:00+01:00</c:v>
                </c:pt>
                <c:pt idx="2609">
                  <c:v>2013-11-19 02:50:00+01:00</c:v>
                </c:pt>
                <c:pt idx="2610">
                  <c:v>2013-11-19 03:00:00+01:00</c:v>
                </c:pt>
                <c:pt idx="2611">
                  <c:v>2013-11-19 03:10:00+01:00</c:v>
                </c:pt>
                <c:pt idx="2612">
                  <c:v>2013-11-19 03:20:00+01:00</c:v>
                </c:pt>
                <c:pt idx="2613">
                  <c:v>2013-11-19 03:30:00+01:00</c:v>
                </c:pt>
                <c:pt idx="2614">
                  <c:v>2013-11-19 03:40:00+01:00</c:v>
                </c:pt>
                <c:pt idx="2615">
                  <c:v>2013-11-19 03:50:00+01:00</c:v>
                </c:pt>
                <c:pt idx="2616">
                  <c:v>2013-11-19 04:00:00+01:00</c:v>
                </c:pt>
                <c:pt idx="2617">
                  <c:v>2013-11-19 04:10:00+01:00</c:v>
                </c:pt>
                <c:pt idx="2618">
                  <c:v>2013-11-19 04:20:00+01:00</c:v>
                </c:pt>
                <c:pt idx="2619">
                  <c:v>2013-11-19 04:30:00+01:00</c:v>
                </c:pt>
                <c:pt idx="2620">
                  <c:v>2013-11-19 04:40:00+01:00</c:v>
                </c:pt>
                <c:pt idx="2621">
                  <c:v>2013-11-19 04:50:00+01:00</c:v>
                </c:pt>
                <c:pt idx="2622">
                  <c:v>2013-11-19 05:00:00+01:00</c:v>
                </c:pt>
                <c:pt idx="2623">
                  <c:v>2013-11-19 05:10:00+01:00</c:v>
                </c:pt>
                <c:pt idx="2624">
                  <c:v>2013-11-19 05:20:00+01:00</c:v>
                </c:pt>
                <c:pt idx="2625">
                  <c:v>2013-11-19 05:30:00+01:00</c:v>
                </c:pt>
                <c:pt idx="2626">
                  <c:v>2013-11-19 05:40:00+01:00</c:v>
                </c:pt>
                <c:pt idx="2627">
                  <c:v>2013-11-19 05:50:00+01:00</c:v>
                </c:pt>
                <c:pt idx="2628">
                  <c:v>2013-11-19 06:00:00+01:00</c:v>
                </c:pt>
                <c:pt idx="2629">
                  <c:v>2013-11-19 06:10:00+01:00</c:v>
                </c:pt>
                <c:pt idx="2630">
                  <c:v>2013-11-19 06:20:00+01:00</c:v>
                </c:pt>
                <c:pt idx="2631">
                  <c:v>2013-11-19 06:30:00+01:00</c:v>
                </c:pt>
                <c:pt idx="2632">
                  <c:v>2013-11-19 06:40:00+01:00</c:v>
                </c:pt>
                <c:pt idx="2633">
                  <c:v>2013-11-19 06:50:00+01:00</c:v>
                </c:pt>
                <c:pt idx="2634">
                  <c:v>2013-11-19 07:00:00+01:00</c:v>
                </c:pt>
                <c:pt idx="2635">
                  <c:v>2013-11-19 07:10:00+01:00</c:v>
                </c:pt>
                <c:pt idx="2636">
                  <c:v>2013-11-19 07:20:00+01:00</c:v>
                </c:pt>
                <c:pt idx="2637">
                  <c:v>2013-11-19 07:30:00+01:00</c:v>
                </c:pt>
                <c:pt idx="2638">
                  <c:v>2013-11-19 07:40:00+01:00</c:v>
                </c:pt>
                <c:pt idx="2639">
                  <c:v>2013-11-19 07:50:00+01:00</c:v>
                </c:pt>
                <c:pt idx="2640">
                  <c:v>2013-11-19 08:00:00+01:00</c:v>
                </c:pt>
                <c:pt idx="2641">
                  <c:v>2013-11-19 08:10:00+01:00</c:v>
                </c:pt>
                <c:pt idx="2642">
                  <c:v>2013-11-19 08:20:00+01:00</c:v>
                </c:pt>
                <c:pt idx="2643">
                  <c:v>2013-11-19 08:30:00+01:00</c:v>
                </c:pt>
                <c:pt idx="2644">
                  <c:v>2013-11-19 08:40:00+01:00</c:v>
                </c:pt>
                <c:pt idx="2645">
                  <c:v>2013-11-19 08:50:00+01:00</c:v>
                </c:pt>
                <c:pt idx="2646">
                  <c:v>2013-11-19 09:00:00+01:00</c:v>
                </c:pt>
                <c:pt idx="2647">
                  <c:v>2013-11-19 09:10:00+01:00</c:v>
                </c:pt>
                <c:pt idx="2648">
                  <c:v>2013-11-19 09:20:00+01:00</c:v>
                </c:pt>
                <c:pt idx="2649">
                  <c:v>2013-11-19 09:30:00+01:00</c:v>
                </c:pt>
                <c:pt idx="2650">
                  <c:v>2013-11-19 09:40:00+01:00</c:v>
                </c:pt>
                <c:pt idx="2651">
                  <c:v>2013-11-19 09:50:00+01:00</c:v>
                </c:pt>
                <c:pt idx="2652">
                  <c:v>2013-11-19 10:00:00+01:00</c:v>
                </c:pt>
                <c:pt idx="2653">
                  <c:v>2013-11-19 10:10:00+01:00</c:v>
                </c:pt>
                <c:pt idx="2654">
                  <c:v>2013-11-19 10:20:00+01:00</c:v>
                </c:pt>
                <c:pt idx="2655">
                  <c:v>2013-11-19 10:30:00+01:00</c:v>
                </c:pt>
                <c:pt idx="2656">
                  <c:v>2013-11-19 10:40:00+01:00</c:v>
                </c:pt>
                <c:pt idx="2657">
                  <c:v>2013-11-19 10:50:00+01:00</c:v>
                </c:pt>
                <c:pt idx="2658">
                  <c:v>2013-11-19 11:00:00+01:00</c:v>
                </c:pt>
                <c:pt idx="2659">
                  <c:v>2013-11-19 11:10:00+01:00</c:v>
                </c:pt>
                <c:pt idx="2660">
                  <c:v>2013-11-19 11:20:00+01:00</c:v>
                </c:pt>
                <c:pt idx="2661">
                  <c:v>2013-11-19 11:30:00+01:00</c:v>
                </c:pt>
                <c:pt idx="2662">
                  <c:v>2013-11-19 11:40:00+01:00</c:v>
                </c:pt>
                <c:pt idx="2663">
                  <c:v>2013-11-19 11:50:00+01:00</c:v>
                </c:pt>
                <c:pt idx="2664">
                  <c:v>2013-11-19 12:00:00+01:00</c:v>
                </c:pt>
                <c:pt idx="2665">
                  <c:v>2013-11-19 12:10:00+01:00</c:v>
                </c:pt>
                <c:pt idx="2666">
                  <c:v>2013-11-19 12:20:00+01:00</c:v>
                </c:pt>
                <c:pt idx="2667">
                  <c:v>2013-11-19 12:30:00+01:00</c:v>
                </c:pt>
                <c:pt idx="2668">
                  <c:v>2013-11-19 12:40:00+01:00</c:v>
                </c:pt>
                <c:pt idx="2669">
                  <c:v>2013-11-19 12:50:00+01:00</c:v>
                </c:pt>
                <c:pt idx="2670">
                  <c:v>2013-11-19 13:00:00+01:00</c:v>
                </c:pt>
                <c:pt idx="2671">
                  <c:v>2013-11-19 13:10:00+01:00</c:v>
                </c:pt>
                <c:pt idx="2672">
                  <c:v>2013-11-19 13:20:00+01:00</c:v>
                </c:pt>
                <c:pt idx="2673">
                  <c:v>2013-11-19 13:30:00+01:00</c:v>
                </c:pt>
                <c:pt idx="2674">
                  <c:v>2013-11-19 13:40:00+01:00</c:v>
                </c:pt>
                <c:pt idx="2675">
                  <c:v>2013-11-19 13:50:00+01:00</c:v>
                </c:pt>
                <c:pt idx="2676">
                  <c:v>2013-11-19 14:00:00+01:00</c:v>
                </c:pt>
                <c:pt idx="2677">
                  <c:v>2013-11-19 14:10:00+01:00</c:v>
                </c:pt>
                <c:pt idx="2678">
                  <c:v>2013-11-19 14:20:00+01:00</c:v>
                </c:pt>
                <c:pt idx="2679">
                  <c:v>2013-11-19 14:30:00+01:00</c:v>
                </c:pt>
                <c:pt idx="2680">
                  <c:v>2013-11-19 14:40:00+01:00</c:v>
                </c:pt>
                <c:pt idx="2681">
                  <c:v>2013-11-19 14:50:00+01:00</c:v>
                </c:pt>
                <c:pt idx="2682">
                  <c:v>2013-11-19 15:00:00+01:00</c:v>
                </c:pt>
                <c:pt idx="2683">
                  <c:v>2013-11-19 15:10:00+01:00</c:v>
                </c:pt>
                <c:pt idx="2684">
                  <c:v>2013-11-19 15:20:00+01:00</c:v>
                </c:pt>
                <c:pt idx="2685">
                  <c:v>2013-11-19 15:30:00+01:00</c:v>
                </c:pt>
                <c:pt idx="2686">
                  <c:v>2013-11-19 15:40:00+01:00</c:v>
                </c:pt>
                <c:pt idx="2687">
                  <c:v>2013-11-19 15:50:00+01:00</c:v>
                </c:pt>
                <c:pt idx="2688">
                  <c:v>2013-11-19 16:00:00+01:00</c:v>
                </c:pt>
                <c:pt idx="2689">
                  <c:v>2013-11-19 16:10:00+01:00</c:v>
                </c:pt>
                <c:pt idx="2690">
                  <c:v>2013-11-19 16:20:00+01:00</c:v>
                </c:pt>
                <c:pt idx="2691">
                  <c:v>2013-11-19 16:30:00+01:00</c:v>
                </c:pt>
                <c:pt idx="2692">
                  <c:v>2013-11-19 16:40:00+01:00</c:v>
                </c:pt>
                <c:pt idx="2693">
                  <c:v>2013-11-19 16:50:00+01:00</c:v>
                </c:pt>
                <c:pt idx="2694">
                  <c:v>2013-11-19 17:00:00+01:00</c:v>
                </c:pt>
                <c:pt idx="2695">
                  <c:v>2013-11-19 17:10:00+01:00</c:v>
                </c:pt>
                <c:pt idx="2696">
                  <c:v>2013-11-19 17:20:00+01:00</c:v>
                </c:pt>
                <c:pt idx="2697">
                  <c:v>2013-11-19 17:30:00+01:00</c:v>
                </c:pt>
                <c:pt idx="2698">
                  <c:v>2013-11-19 17:40:00+01:00</c:v>
                </c:pt>
                <c:pt idx="2699">
                  <c:v>2013-11-19 17:50:00+01:00</c:v>
                </c:pt>
                <c:pt idx="2700">
                  <c:v>2013-11-19 18:00:00+01:00</c:v>
                </c:pt>
                <c:pt idx="2701">
                  <c:v>2013-11-19 18:10:00+01:00</c:v>
                </c:pt>
                <c:pt idx="2702">
                  <c:v>2013-11-19 18:20:00+01:00</c:v>
                </c:pt>
                <c:pt idx="2703">
                  <c:v>2013-11-19 18:30:00+01:00</c:v>
                </c:pt>
                <c:pt idx="2704">
                  <c:v>2013-11-19 18:40:00+01:00</c:v>
                </c:pt>
                <c:pt idx="2705">
                  <c:v>2013-11-19 18:50:00+01:00</c:v>
                </c:pt>
                <c:pt idx="2706">
                  <c:v>2013-11-19 19:00:00+01:00</c:v>
                </c:pt>
                <c:pt idx="2707">
                  <c:v>2013-11-19 19:10:00+01:00</c:v>
                </c:pt>
                <c:pt idx="2708">
                  <c:v>2013-11-19 19:20:00+01:00</c:v>
                </c:pt>
                <c:pt idx="2709">
                  <c:v>2013-11-19 19:30:00+01:00</c:v>
                </c:pt>
                <c:pt idx="2710">
                  <c:v>2013-11-19 19:40:00+01:00</c:v>
                </c:pt>
                <c:pt idx="2711">
                  <c:v>2013-11-19 19:50:00+01:00</c:v>
                </c:pt>
                <c:pt idx="2712">
                  <c:v>2013-11-19 20:00:00+01:00</c:v>
                </c:pt>
                <c:pt idx="2713">
                  <c:v>2013-11-19 20:10:00+01:00</c:v>
                </c:pt>
                <c:pt idx="2714">
                  <c:v>2013-11-19 20:20:00+01:00</c:v>
                </c:pt>
                <c:pt idx="2715">
                  <c:v>2013-11-19 20:30:00+01:00</c:v>
                </c:pt>
                <c:pt idx="2716">
                  <c:v>2013-11-19 20:40:00+01:00</c:v>
                </c:pt>
                <c:pt idx="2717">
                  <c:v>2013-11-19 20:50:00+01:00</c:v>
                </c:pt>
                <c:pt idx="2718">
                  <c:v>2013-11-19 21:00:00+01:00</c:v>
                </c:pt>
                <c:pt idx="2719">
                  <c:v>2013-11-19 21:10:00+01:00</c:v>
                </c:pt>
                <c:pt idx="2720">
                  <c:v>2013-11-19 21:20:00+01:00</c:v>
                </c:pt>
                <c:pt idx="2721">
                  <c:v>2013-11-19 21:30:00+01:00</c:v>
                </c:pt>
                <c:pt idx="2722">
                  <c:v>2013-11-19 21:40:00+01:00</c:v>
                </c:pt>
                <c:pt idx="2723">
                  <c:v>2013-11-19 21:50:00+01:00</c:v>
                </c:pt>
                <c:pt idx="2724">
                  <c:v>2013-11-19 22:00:00+01:00</c:v>
                </c:pt>
                <c:pt idx="2725">
                  <c:v>2013-11-19 22:10:00+01:00</c:v>
                </c:pt>
                <c:pt idx="2726">
                  <c:v>2013-11-19 22:20:00+01:00</c:v>
                </c:pt>
                <c:pt idx="2727">
                  <c:v>2013-11-19 22:30:00+01:00</c:v>
                </c:pt>
                <c:pt idx="2728">
                  <c:v>2013-11-19 22:40:00+01:00</c:v>
                </c:pt>
                <c:pt idx="2729">
                  <c:v>2013-11-19 22:50:00+01:00</c:v>
                </c:pt>
                <c:pt idx="2730">
                  <c:v>2013-11-19 23:00:00+01:00</c:v>
                </c:pt>
                <c:pt idx="2731">
                  <c:v>2013-11-19 23:10:00+01:00</c:v>
                </c:pt>
                <c:pt idx="2732">
                  <c:v>2013-11-19 23:20:00+01:00</c:v>
                </c:pt>
                <c:pt idx="2733">
                  <c:v>2013-11-19 23:30:00+01:00</c:v>
                </c:pt>
                <c:pt idx="2734">
                  <c:v>2013-11-19 23:40:00+01:00</c:v>
                </c:pt>
                <c:pt idx="2735">
                  <c:v>2013-11-19 23:50:00+01:00</c:v>
                </c:pt>
                <c:pt idx="2736">
                  <c:v>2013-11-20 00:00:00+01:00</c:v>
                </c:pt>
                <c:pt idx="2737">
                  <c:v>2013-11-20 00:10:00+01:00</c:v>
                </c:pt>
                <c:pt idx="2738">
                  <c:v>2013-11-20 00:20:00+01:00</c:v>
                </c:pt>
                <c:pt idx="2739">
                  <c:v>2013-11-20 00:30:00+01:00</c:v>
                </c:pt>
                <c:pt idx="2740">
                  <c:v>2013-11-20 00:40:00+01:00</c:v>
                </c:pt>
                <c:pt idx="2741">
                  <c:v>2013-11-20 00:50:00+01:00</c:v>
                </c:pt>
                <c:pt idx="2742">
                  <c:v>2013-11-20 01:00:00+01:00</c:v>
                </c:pt>
                <c:pt idx="2743">
                  <c:v>2013-11-20 01:10:00+01:00</c:v>
                </c:pt>
                <c:pt idx="2744">
                  <c:v>2013-11-20 01:20:00+01:00</c:v>
                </c:pt>
                <c:pt idx="2745">
                  <c:v>2013-11-20 01:30:00+01:00</c:v>
                </c:pt>
                <c:pt idx="2746">
                  <c:v>2013-11-20 01:40:00+01:00</c:v>
                </c:pt>
                <c:pt idx="2747">
                  <c:v>2013-11-20 01:50:00+01:00</c:v>
                </c:pt>
                <c:pt idx="2748">
                  <c:v>2013-11-20 02:00:00+01:00</c:v>
                </c:pt>
                <c:pt idx="2749">
                  <c:v>2013-11-20 02:10:00+01:00</c:v>
                </c:pt>
                <c:pt idx="2750">
                  <c:v>2013-11-20 02:20:00+01:00</c:v>
                </c:pt>
                <c:pt idx="2751">
                  <c:v>2013-11-20 02:30:00+01:00</c:v>
                </c:pt>
                <c:pt idx="2752">
                  <c:v>2013-11-20 02:40:00+01:00</c:v>
                </c:pt>
                <c:pt idx="2753">
                  <c:v>2013-11-20 02:50:00+01:00</c:v>
                </c:pt>
                <c:pt idx="2754">
                  <c:v>2013-11-20 03:00:00+01:00</c:v>
                </c:pt>
                <c:pt idx="2755">
                  <c:v>2013-11-20 03:10:00+01:00</c:v>
                </c:pt>
                <c:pt idx="2756">
                  <c:v>2013-11-20 03:20:00+01:00</c:v>
                </c:pt>
                <c:pt idx="2757">
                  <c:v>2013-11-20 03:30:00+01:00</c:v>
                </c:pt>
                <c:pt idx="2758">
                  <c:v>2013-11-20 03:40:00+01:00</c:v>
                </c:pt>
                <c:pt idx="2759">
                  <c:v>2013-11-20 03:50:00+01:00</c:v>
                </c:pt>
                <c:pt idx="2760">
                  <c:v>2013-11-20 04:00:00+01:00</c:v>
                </c:pt>
                <c:pt idx="2761">
                  <c:v>2013-11-20 04:10:00+01:00</c:v>
                </c:pt>
                <c:pt idx="2762">
                  <c:v>2013-11-20 04:20:00+01:00</c:v>
                </c:pt>
                <c:pt idx="2763">
                  <c:v>2013-11-20 04:30:00+01:00</c:v>
                </c:pt>
                <c:pt idx="2764">
                  <c:v>2013-11-20 04:40:00+01:00</c:v>
                </c:pt>
                <c:pt idx="2765">
                  <c:v>2013-11-20 04:50:00+01:00</c:v>
                </c:pt>
                <c:pt idx="2766">
                  <c:v>2013-11-20 05:00:00+01:00</c:v>
                </c:pt>
                <c:pt idx="2767">
                  <c:v>2013-11-20 05:10:00+01:00</c:v>
                </c:pt>
                <c:pt idx="2768">
                  <c:v>2013-11-20 05:20:00+01:00</c:v>
                </c:pt>
                <c:pt idx="2769">
                  <c:v>2013-11-20 05:30:00+01:00</c:v>
                </c:pt>
                <c:pt idx="2770">
                  <c:v>2013-11-20 05:40:00+01:00</c:v>
                </c:pt>
                <c:pt idx="2771">
                  <c:v>2013-11-20 05:50:00+01:00</c:v>
                </c:pt>
                <c:pt idx="2772">
                  <c:v>2013-11-20 06:00:00+01:00</c:v>
                </c:pt>
                <c:pt idx="2773">
                  <c:v>2013-11-20 06:10:00+01:00</c:v>
                </c:pt>
                <c:pt idx="2774">
                  <c:v>2013-11-20 06:20:00+01:00</c:v>
                </c:pt>
                <c:pt idx="2775">
                  <c:v>2013-11-20 06:30:00+01:00</c:v>
                </c:pt>
                <c:pt idx="2776">
                  <c:v>2013-11-20 06:40:00+01:00</c:v>
                </c:pt>
                <c:pt idx="2777">
                  <c:v>2013-11-20 06:50:00+01:00</c:v>
                </c:pt>
                <c:pt idx="2778">
                  <c:v>2013-11-20 07:00:00+01:00</c:v>
                </c:pt>
                <c:pt idx="2779">
                  <c:v>2013-11-20 07:10:00+01:00</c:v>
                </c:pt>
                <c:pt idx="2780">
                  <c:v>2013-11-20 07:20:00+01:00</c:v>
                </c:pt>
                <c:pt idx="2781">
                  <c:v>2013-11-20 07:30:00+01:00</c:v>
                </c:pt>
                <c:pt idx="2782">
                  <c:v>2013-11-20 07:40:00+01:00</c:v>
                </c:pt>
                <c:pt idx="2783">
                  <c:v>2013-11-20 07:50:00+01:00</c:v>
                </c:pt>
                <c:pt idx="2784">
                  <c:v>2013-11-20 08:00:00+01:00</c:v>
                </c:pt>
                <c:pt idx="2785">
                  <c:v>2013-11-20 08:10:00+01:00</c:v>
                </c:pt>
                <c:pt idx="2786">
                  <c:v>2013-11-20 08:20:00+01:00</c:v>
                </c:pt>
                <c:pt idx="2787">
                  <c:v>2013-11-20 08:30:00+01:00</c:v>
                </c:pt>
                <c:pt idx="2788">
                  <c:v>2013-11-20 08:40:00+01:00</c:v>
                </c:pt>
                <c:pt idx="2789">
                  <c:v>2013-11-20 08:50:00+01:00</c:v>
                </c:pt>
                <c:pt idx="2790">
                  <c:v>2013-11-20 09:00:00+01:00</c:v>
                </c:pt>
                <c:pt idx="2791">
                  <c:v>2013-11-20 09:10:00+01:00</c:v>
                </c:pt>
                <c:pt idx="2792">
                  <c:v>2013-11-20 09:20:00+01:00</c:v>
                </c:pt>
                <c:pt idx="2793">
                  <c:v>2013-11-20 09:30:00+01:00</c:v>
                </c:pt>
                <c:pt idx="2794">
                  <c:v>2013-11-20 09:40:00+01:00</c:v>
                </c:pt>
                <c:pt idx="2795">
                  <c:v>2013-11-20 09:50:00+01:00</c:v>
                </c:pt>
                <c:pt idx="2796">
                  <c:v>2013-11-20 10:00:00+01:00</c:v>
                </c:pt>
                <c:pt idx="2797">
                  <c:v>2013-11-20 10:10:00+01:00</c:v>
                </c:pt>
                <c:pt idx="2798">
                  <c:v>2013-11-20 10:20:00+01:00</c:v>
                </c:pt>
                <c:pt idx="2799">
                  <c:v>2013-11-20 10:30:00+01:00</c:v>
                </c:pt>
                <c:pt idx="2800">
                  <c:v>2013-11-20 10:40:00+01:00</c:v>
                </c:pt>
                <c:pt idx="2801">
                  <c:v>2013-11-20 10:50:00+01:00</c:v>
                </c:pt>
                <c:pt idx="2802">
                  <c:v>2013-11-20 11:00:00+01:00</c:v>
                </c:pt>
                <c:pt idx="2803">
                  <c:v>2013-11-20 11:10:00+01:00</c:v>
                </c:pt>
                <c:pt idx="2804">
                  <c:v>2013-11-20 11:20:00+01:00</c:v>
                </c:pt>
                <c:pt idx="2805">
                  <c:v>2013-11-20 11:30:00+01:00</c:v>
                </c:pt>
                <c:pt idx="2806">
                  <c:v>2013-11-20 11:40:00+01:00</c:v>
                </c:pt>
                <c:pt idx="2807">
                  <c:v>2013-11-20 11:50:00+01:00</c:v>
                </c:pt>
                <c:pt idx="2808">
                  <c:v>2013-11-20 12:00:00+01:00</c:v>
                </c:pt>
                <c:pt idx="2809">
                  <c:v>2013-11-20 12:10:00+01:00</c:v>
                </c:pt>
                <c:pt idx="2810">
                  <c:v>2013-11-20 12:20:00+01:00</c:v>
                </c:pt>
                <c:pt idx="2811">
                  <c:v>2013-11-20 12:30:00+01:00</c:v>
                </c:pt>
                <c:pt idx="2812">
                  <c:v>2013-11-20 12:40:00+01:00</c:v>
                </c:pt>
                <c:pt idx="2813">
                  <c:v>2013-11-20 12:50:00+01:00</c:v>
                </c:pt>
                <c:pt idx="2814">
                  <c:v>2013-11-20 13:00:00+01:00</c:v>
                </c:pt>
                <c:pt idx="2815">
                  <c:v>2013-11-20 13:10:00+01:00</c:v>
                </c:pt>
                <c:pt idx="2816">
                  <c:v>2013-11-20 13:20:00+01:00</c:v>
                </c:pt>
                <c:pt idx="2817">
                  <c:v>2013-11-20 13:30:00+01:00</c:v>
                </c:pt>
                <c:pt idx="2818">
                  <c:v>2013-11-20 13:40:00+01:00</c:v>
                </c:pt>
                <c:pt idx="2819">
                  <c:v>2013-11-20 13:50:00+01:00</c:v>
                </c:pt>
                <c:pt idx="2820">
                  <c:v>2013-11-20 14:00:00+01:00</c:v>
                </c:pt>
                <c:pt idx="2821">
                  <c:v>2013-11-20 14:10:00+01:00</c:v>
                </c:pt>
                <c:pt idx="2822">
                  <c:v>2013-11-20 14:20:00+01:00</c:v>
                </c:pt>
                <c:pt idx="2823">
                  <c:v>2013-11-20 14:30:00+01:00</c:v>
                </c:pt>
                <c:pt idx="2824">
                  <c:v>2013-11-20 14:40:00+01:00</c:v>
                </c:pt>
                <c:pt idx="2825">
                  <c:v>2013-11-20 14:50:00+01:00</c:v>
                </c:pt>
                <c:pt idx="2826">
                  <c:v>2013-11-20 15:00:00+01:00</c:v>
                </c:pt>
                <c:pt idx="2827">
                  <c:v>2013-11-20 15:10:00+01:00</c:v>
                </c:pt>
                <c:pt idx="2828">
                  <c:v>2013-11-20 15:20:00+01:00</c:v>
                </c:pt>
                <c:pt idx="2829">
                  <c:v>2013-11-20 15:30:00+01:00</c:v>
                </c:pt>
                <c:pt idx="2830">
                  <c:v>2013-11-20 15:40:00+01:00</c:v>
                </c:pt>
                <c:pt idx="2831">
                  <c:v>2013-11-20 15:50:00+01:00</c:v>
                </c:pt>
                <c:pt idx="2832">
                  <c:v>2013-11-20 16:00:00+01:00</c:v>
                </c:pt>
                <c:pt idx="2833">
                  <c:v>2013-11-20 16:10:00+01:00</c:v>
                </c:pt>
                <c:pt idx="2834">
                  <c:v>2013-11-20 16:20:00+01:00</c:v>
                </c:pt>
                <c:pt idx="2835">
                  <c:v>2013-11-20 16:30:00+01:00</c:v>
                </c:pt>
                <c:pt idx="2836">
                  <c:v>2013-11-20 16:40:00+01:00</c:v>
                </c:pt>
                <c:pt idx="2837">
                  <c:v>2013-11-20 16:50:00+01:00</c:v>
                </c:pt>
                <c:pt idx="2838">
                  <c:v>2013-11-20 17:00:00+01:00</c:v>
                </c:pt>
                <c:pt idx="2839">
                  <c:v>2013-11-20 17:10:00+01:00</c:v>
                </c:pt>
                <c:pt idx="2840">
                  <c:v>2013-11-20 17:20:00+01:00</c:v>
                </c:pt>
                <c:pt idx="2841">
                  <c:v>2013-11-20 17:30:00+01:00</c:v>
                </c:pt>
                <c:pt idx="2842">
                  <c:v>2013-11-20 17:40:00+01:00</c:v>
                </c:pt>
                <c:pt idx="2843">
                  <c:v>2013-11-20 17:50:00+01:00</c:v>
                </c:pt>
                <c:pt idx="2844">
                  <c:v>2013-11-20 18:00:00+01:00</c:v>
                </c:pt>
                <c:pt idx="2845">
                  <c:v>2013-11-20 18:10:00+01:00</c:v>
                </c:pt>
                <c:pt idx="2846">
                  <c:v>2013-11-20 18:20:00+01:00</c:v>
                </c:pt>
                <c:pt idx="2847">
                  <c:v>2013-11-20 18:30:00+01:00</c:v>
                </c:pt>
                <c:pt idx="2848">
                  <c:v>2013-11-20 18:40:00+01:00</c:v>
                </c:pt>
                <c:pt idx="2849">
                  <c:v>2013-11-20 18:50:00+01:00</c:v>
                </c:pt>
                <c:pt idx="2850">
                  <c:v>2013-11-20 19:00:00+01:00</c:v>
                </c:pt>
                <c:pt idx="2851">
                  <c:v>2013-11-20 19:10:00+01:00</c:v>
                </c:pt>
                <c:pt idx="2852">
                  <c:v>2013-11-20 19:20:00+01:00</c:v>
                </c:pt>
                <c:pt idx="2853">
                  <c:v>2013-11-20 19:30:00+01:00</c:v>
                </c:pt>
                <c:pt idx="2854">
                  <c:v>2013-11-20 19:40:00+01:00</c:v>
                </c:pt>
                <c:pt idx="2855">
                  <c:v>2013-11-20 19:50:00+01:00</c:v>
                </c:pt>
                <c:pt idx="2856">
                  <c:v>2013-11-20 20:00:00+01:00</c:v>
                </c:pt>
                <c:pt idx="2857">
                  <c:v>2013-11-20 20:10:00+01:00</c:v>
                </c:pt>
                <c:pt idx="2858">
                  <c:v>2013-11-20 20:20:00+01:00</c:v>
                </c:pt>
                <c:pt idx="2859">
                  <c:v>2013-11-20 20:30:00+01:00</c:v>
                </c:pt>
                <c:pt idx="2860">
                  <c:v>2013-11-20 20:40:00+01:00</c:v>
                </c:pt>
                <c:pt idx="2861">
                  <c:v>2013-11-20 20:50:00+01:00</c:v>
                </c:pt>
                <c:pt idx="2862">
                  <c:v>2013-11-20 21:00:00+01:00</c:v>
                </c:pt>
                <c:pt idx="2863">
                  <c:v>2013-11-20 21:10:00+01:00</c:v>
                </c:pt>
                <c:pt idx="2864">
                  <c:v>2013-11-20 21:20:00+01:00</c:v>
                </c:pt>
                <c:pt idx="2865">
                  <c:v>2013-11-20 21:30:00+01:00</c:v>
                </c:pt>
                <c:pt idx="2866">
                  <c:v>2013-11-20 21:40:00+01:00</c:v>
                </c:pt>
                <c:pt idx="2867">
                  <c:v>2013-11-20 21:50:00+01:00</c:v>
                </c:pt>
                <c:pt idx="2868">
                  <c:v>2013-11-20 22:00:00+01:00</c:v>
                </c:pt>
                <c:pt idx="2869">
                  <c:v>2013-11-20 22:10:00+01:00</c:v>
                </c:pt>
                <c:pt idx="2870">
                  <c:v>2013-11-20 22:20:00+01:00</c:v>
                </c:pt>
                <c:pt idx="2871">
                  <c:v>2013-11-20 22:30:00+01:00</c:v>
                </c:pt>
                <c:pt idx="2872">
                  <c:v>2013-11-20 22:40:00+01:00</c:v>
                </c:pt>
                <c:pt idx="2873">
                  <c:v>2013-11-20 22:50:00+01:00</c:v>
                </c:pt>
                <c:pt idx="2874">
                  <c:v>2013-11-20 23:00:00+01:00</c:v>
                </c:pt>
                <c:pt idx="2875">
                  <c:v>2013-11-20 23:10:00+01:00</c:v>
                </c:pt>
                <c:pt idx="2876">
                  <c:v>2013-11-20 23:20:00+01:00</c:v>
                </c:pt>
                <c:pt idx="2877">
                  <c:v>2013-11-20 23:30:00+01:00</c:v>
                </c:pt>
                <c:pt idx="2878">
                  <c:v>2013-11-20 23:40:00+01:00</c:v>
                </c:pt>
                <c:pt idx="2879">
                  <c:v>2013-11-20 23:50:00+01:00</c:v>
                </c:pt>
                <c:pt idx="2880">
                  <c:v>2013-11-21 00:00:00+01:00</c:v>
                </c:pt>
                <c:pt idx="2881">
                  <c:v>2013-11-21 00:10:00+01:00</c:v>
                </c:pt>
                <c:pt idx="2882">
                  <c:v>2013-11-21 00:20:00+01:00</c:v>
                </c:pt>
                <c:pt idx="2883">
                  <c:v>2013-11-21 00:30:00+01:00</c:v>
                </c:pt>
                <c:pt idx="2884">
                  <c:v>2013-11-21 00:40:00+01:00</c:v>
                </c:pt>
                <c:pt idx="2885">
                  <c:v>2013-11-21 00:50:00+01:00</c:v>
                </c:pt>
                <c:pt idx="2886">
                  <c:v>2013-11-21 01:00:00+01:00</c:v>
                </c:pt>
                <c:pt idx="2887">
                  <c:v>2013-11-21 01:10:00+01:00</c:v>
                </c:pt>
                <c:pt idx="2888">
                  <c:v>2013-11-21 01:20:00+01:00</c:v>
                </c:pt>
                <c:pt idx="2889">
                  <c:v>2013-11-21 01:30:00+01:00</c:v>
                </c:pt>
                <c:pt idx="2890">
                  <c:v>2013-11-21 01:40:00+01:00</c:v>
                </c:pt>
                <c:pt idx="2891">
                  <c:v>2013-11-21 01:50:00+01:00</c:v>
                </c:pt>
                <c:pt idx="2892">
                  <c:v>2013-11-21 02:00:00+01:00</c:v>
                </c:pt>
                <c:pt idx="2893">
                  <c:v>2013-11-21 02:10:00+01:00</c:v>
                </c:pt>
                <c:pt idx="2894">
                  <c:v>2013-11-21 02:20:00+01:00</c:v>
                </c:pt>
                <c:pt idx="2895">
                  <c:v>2013-11-21 02:30:00+01:00</c:v>
                </c:pt>
                <c:pt idx="2896">
                  <c:v>2013-11-21 02:40:00+01:00</c:v>
                </c:pt>
                <c:pt idx="2897">
                  <c:v>2013-11-21 02:50:00+01:00</c:v>
                </c:pt>
                <c:pt idx="2898">
                  <c:v>2013-11-21 03:00:00+01:00</c:v>
                </c:pt>
                <c:pt idx="2899">
                  <c:v>2013-11-21 03:10:00+01:00</c:v>
                </c:pt>
                <c:pt idx="2900">
                  <c:v>2013-11-21 03:20:00+01:00</c:v>
                </c:pt>
                <c:pt idx="2901">
                  <c:v>2013-11-21 03:30:00+01:00</c:v>
                </c:pt>
                <c:pt idx="2902">
                  <c:v>2013-11-21 03:40:00+01:00</c:v>
                </c:pt>
                <c:pt idx="2903">
                  <c:v>2013-11-21 03:50:00+01:00</c:v>
                </c:pt>
                <c:pt idx="2904">
                  <c:v>2013-11-21 04:00:00+01:00</c:v>
                </c:pt>
                <c:pt idx="2905">
                  <c:v>2013-11-21 04:10:00+01:00</c:v>
                </c:pt>
                <c:pt idx="2906">
                  <c:v>2013-11-21 04:20:00+01:00</c:v>
                </c:pt>
                <c:pt idx="2907">
                  <c:v>2013-11-21 04:30:00+01:00</c:v>
                </c:pt>
                <c:pt idx="2908">
                  <c:v>2013-11-21 04:40:00+01:00</c:v>
                </c:pt>
                <c:pt idx="2909">
                  <c:v>2013-11-21 04:50:00+01:00</c:v>
                </c:pt>
                <c:pt idx="2910">
                  <c:v>2013-11-21 05:00:00+01:00</c:v>
                </c:pt>
                <c:pt idx="2911">
                  <c:v>2013-11-21 05:10:00+01:00</c:v>
                </c:pt>
                <c:pt idx="2912">
                  <c:v>2013-11-21 05:20:00+01:00</c:v>
                </c:pt>
                <c:pt idx="2913">
                  <c:v>2013-11-21 05:30:00+01:00</c:v>
                </c:pt>
                <c:pt idx="2914">
                  <c:v>2013-11-21 05:40:00+01:00</c:v>
                </c:pt>
                <c:pt idx="2915">
                  <c:v>2013-11-21 05:50:00+01:00</c:v>
                </c:pt>
                <c:pt idx="2916">
                  <c:v>2013-11-21 06:00:00+01:00</c:v>
                </c:pt>
                <c:pt idx="2917">
                  <c:v>2013-11-21 06:10:00+01:00</c:v>
                </c:pt>
                <c:pt idx="2918">
                  <c:v>2013-11-21 06:20:00+01:00</c:v>
                </c:pt>
                <c:pt idx="2919">
                  <c:v>2013-11-21 06:30:00+01:00</c:v>
                </c:pt>
                <c:pt idx="2920">
                  <c:v>2013-11-21 06:40:00+01:00</c:v>
                </c:pt>
                <c:pt idx="2921">
                  <c:v>2013-11-21 06:50:00+01:00</c:v>
                </c:pt>
                <c:pt idx="2922">
                  <c:v>2013-11-21 07:00:00+01:00</c:v>
                </c:pt>
                <c:pt idx="2923">
                  <c:v>2013-11-21 07:10:00+01:00</c:v>
                </c:pt>
                <c:pt idx="2924">
                  <c:v>2013-11-21 07:20:00+01:00</c:v>
                </c:pt>
                <c:pt idx="2925">
                  <c:v>2013-11-21 07:30:00+01:00</c:v>
                </c:pt>
                <c:pt idx="2926">
                  <c:v>2013-11-21 07:40:00+01:00</c:v>
                </c:pt>
                <c:pt idx="2927">
                  <c:v>2013-11-21 07:50:00+01:00</c:v>
                </c:pt>
                <c:pt idx="2928">
                  <c:v>2013-11-21 08:00:00+01:00</c:v>
                </c:pt>
                <c:pt idx="2929">
                  <c:v>2013-11-21 08:10:00+01:00</c:v>
                </c:pt>
                <c:pt idx="2930">
                  <c:v>2013-11-21 08:20:00+01:00</c:v>
                </c:pt>
                <c:pt idx="2931">
                  <c:v>2013-11-21 08:30:00+01:00</c:v>
                </c:pt>
                <c:pt idx="2932">
                  <c:v>2013-11-21 08:40:00+01:00</c:v>
                </c:pt>
                <c:pt idx="2933">
                  <c:v>2013-11-21 08:50:00+01:00</c:v>
                </c:pt>
                <c:pt idx="2934">
                  <c:v>2013-11-21 09:00:00+01:00</c:v>
                </c:pt>
                <c:pt idx="2935">
                  <c:v>2013-11-21 09:10:00+01:00</c:v>
                </c:pt>
                <c:pt idx="2936">
                  <c:v>2013-11-21 09:20:00+01:00</c:v>
                </c:pt>
                <c:pt idx="2937">
                  <c:v>2013-11-21 09:30:00+01:00</c:v>
                </c:pt>
                <c:pt idx="2938">
                  <c:v>2013-11-21 09:40:00+01:00</c:v>
                </c:pt>
                <c:pt idx="2939">
                  <c:v>2013-11-21 09:50:00+01:00</c:v>
                </c:pt>
                <c:pt idx="2940">
                  <c:v>2013-11-21 10:00:00+01:00</c:v>
                </c:pt>
                <c:pt idx="2941">
                  <c:v>2013-11-21 10:10:00+01:00</c:v>
                </c:pt>
                <c:pt idx="2942">
                  <c:v>2013-11-21 10:20:00+01:00</c:v>
                </c:pt>
                <c:pt idx="2943">
                  <c:v>2013-11-21 10:30:00+01:00</c:v>
                </c:pt>
                <c:pt idx="2944">
                  <c:v>2013-11-21 10:40:00+01:00</c:v>
                </c:pt>
                <c:pt idx="2945">
                  <c:v>2013-11-21 10:50:00+01:00</c:v>
                </c:pt>
                <c:pt idx="2946">
                  <c:v>2013-11-21 11:00:00+01:00</c:v>
                </c:pt>
                <c:pt idx="2947">
                  <c:v>2013-11-21 11:10:00+01:00</c:v>
                </c:pt>
                <c:pt idx="2948">
                  <c:v>2013-11-21 11:20:00+01:00</c:v>
                </c:pt>
                <c:pt idx="2949">
                  <c:v>2013-11-21 11:30:00+01:00</c:v>
                </c:pt>
                <c:pt idx="2950">
                  <c:v>2013-11-21 11:40:00+01:00</c:v>
                </c:pt>
                <c:pt idx="2951">
                  <c:v>2013-11-21 11:50:00+01:00</c:v>
                </c:pt>
                <c:pt idx="2952">
                  <c:v>2013-11-21 12:00:00+01:00</c:v>
                </c:pt>
                <c:pt idx="2953">
                  <c:v>2013-11-21 12:10:00+01:00</c:v>
                </c:pt>
                <c:pt idx="2954">
                  <c:v>2013-11-21 12:20:00+01:00</c:v>
                </c:pt>
                <c:pt idx="2955">
                  <c:v>2013-11-21 12:30:00+01:00</c:v>
                </c:pt>
                <c:pt idx="2956">
                  <c:v>2013-11-21 12:40:00+01:00</c:v>
                </c:pt>
                <c:pt idx="2957">
                  <c:v>2013-11-21 12:50:00+01:00</c:v>
                </c:pt>
                <c:pt idx="2958">
                  <c:v>2013-11-21 13:00:00+01:00</c:v>
                </c:pt>
                <c:pt idx="2959">
                  <c:v>2013-11-21 13:10:00+01:00</c:v>
                </c:pt>
                <c:pt idx="2960">
                  <c:v>2013-11-21 13:20:00+01:00</c:v>
                </c:pt>
                <c:pt idx="2961">
                  <c:v>2013-11-21 13:30:00+01:00</c:v>
                </c:pt>
                <c:pt idx="2962">
                  <c:v>2013-11-21 13:40:00+01:00</c:v>
                </c:pt>
                <c:pt idx="2963">
                  <c:v>2013-11-21 13:50:00+01:00</c:v>
                </c:pt>
                <c:pt idx="2964">
                  <c:v>2013-11-21 14:00:00+01:00</c:v>
                </c:pt>
                <c:pt idx="2965">
                  <c:v>2013-11-21 14:10:00+01:00</c:v>
                </c:pt>
                <c:pt idx="2966">
                  <c:v>2013-11-21 14:20:00+01:00</c:v>
                </c:pt>
                <c:pt idx="2967">
                  <c:v>2013-11-21 14:30:00+01:00</c:v>
                </c:pt>
                <c:pt idx="2968">
                  <c:v>2013-11-21 14:40:00+01:00</c:v>
                </c:pt>
                <c:pt idx="2969">
                  <c:v>2013-11-21 14:50:00+01:00</c:v>
                </c:pt>
                <c:pt idx="2970">
                  <c:v>2013-11-21 15:00:00+01:00</c:v>
                </c:pt>
                <c:pt idx="2971">
                  <c:v>2013-11-21 15:10:00+01:00</c:v>
                </c:pt>
                <c:pt idx="2972">
                  <c:v>2013-11-21 15:20:00+01:00</c:v>
                </c:pt>
                <c:pt idx="2973">
                  <c:v>2013-11-21 15:30:00+01:00</c:v>
                </c:pt>
                <c:pt idx="2974">
                  <c:v>2013-11-21 15:40:00+01:00</c:v>
                </c:pt>
                <c:pt idx="2975">
                  <c:v>2013-11-21 15:50:00+01:00</c:v>
                </c:pt>
                <c:pt idx="2976">
                  <c:v>2013-11-21 16:00:00+01:00</c:v>
                </c:pt>
                <c:pt idx="2977">
                  <c:v>2013-11-21 16:10:00+01:00</c:v>
                </c:pt>
                <c:pt idx="2978">
                  <c:v>2013-11-21 16:20:00+01:00</c:v>
                </c:pt>
                <c:pt idx="2979">
                  <c:v>2013-11-21 16:30:00+01:00</c:v>
                </c:pt>
                <c:pt idx="2980">
                  <c:v>2013-11-21 16:40:00+01:00</c:v>
                </c:pt>
                <c:pt idx="2981">
                  <c:v>2013-11-21 16:50:00+01:00</c:v>
                </c:pt>
                <c:pt idx="2982">
                  <c:v>2013-11-21 17:00:00+01:00</c:v>
                </c:pt>
                <c:pt idx="2983">
                  <c:v>2013-11-21 17:10:00+01:00</c:v>
                </c:pt>
                <c:pt idx="2984">
                  <c:v>2013-11-21 17:20:00+01:00</c:v>
                </c:pt>
                <c:pt idx="2985">
                  <c:v>2013-11-21 17:30:00+01:00</c:v>
                </c:pt>
                <c:pt idx="2986">
                  <c:v>2013-11-21 17:40:00+01:00</c:v>
                </c:pt>
                <c:pt idx="2987">
                  <c:v>2013-11-21 17:50:00+01:00</c:v>
                </c:pt>
                <c:pt idx="2988">
                  <c:v>2013-11-21 18:00:00+01:00</c:v>
                </c:pt>
                <c:pt idx="2989">
                  <c:v>2013-11-21 18:10:00+01:00</c:v>
                </c:pt>
                <c:pt idx="2990">
                  <c:v>2013-11-21 18:20:00+01:00</c:v>
                </c:pt>
                <c:pt idx="2991">
                  <c:v>2013-11-21 18:30:00+01:00</c:v>
                </c:pt>
                <c:pt idx="2992">
                  <c:v>2013-11-21 18:40:00+01:00</c:v>
                </c:pt>
                <c:pt idx="2993">
                  <c:v>2013-11-21 18:50:00+01:00</c:v>
                </c:pt>
                <c:pt idx="2994">
                  <c:v>2013-11-21 19:00:00+01:00</c:v>
                </c:pt>
                <c:pt idx="2995">
                  <c:v>2013-11-21 19:10:00+01:00</c:v>
                </c:pt>
                <c:pt idx="2996">
                  <c:v>2013-11-21 19:20:00+01:00</c:v>
                </c:pt>
                <c:pt idx="2997">
                  <c:v>2013-11-21 19:30:00+01:00</c:v>
                </c:pt>
                <c:pt idx="2998">
                  <c:v>2013-11-21 19:40:00+01:00</c:v>
                </c:pt>
                <c:pt idx="2999">
                  <c:v>2013-11-21 19:50:00+01:00</c:v>
                </c:pt>
                <c:pt idx="3000">
                  <c:v>2013-11-21 20:00:00+01:00</c:v>
                </c:pt>
                <c:pt idx="3001">
                  <c:v>2013-11-21 20:10:00+01:00</c:v>
                </c:pt>
                <c:pt idx="3002">
                  <c:v>2013-11-21 20:20:00+01:00</c:v>
                </c:pt>
                <c:pt idx="3003">
                  <c:v>2013-11-21 20:30:00+01:00</c:v>
                </c:pt>
                <c:pt idx="3004">
                  <c:v>2013-11-21 20:40:00+01:00</c:v>
                </c:pt>
                <c:pt idx="3005">
                  <c:v>2013-11-21 20:50:00+01:00</c:v>
                </c:pt>
                <c:pt idx="3006">
                  <c:v>2013-11-21 21:00:00+01:00</c:v>
                </c:pt>
                <c:pt idx="3007">
                  <c:v>2013-11-21 21:10:00+01:00</c:v>
                </c:pt>
                <c:pt idx="3008">
                  <c:v>2013-11-21 21:20:00+01:00</c:v>
                </c:pt>
                <c:pt idx="3009">
                  <c:v>2013-11-21 21:30:00+01:00</c:v>
                </c:pt>
                <c:pt idx="3010">
                  <c:v>2013-11-21 21:40:00+01:00</c:v>
                </c:pt>
                <c:pt idx="3011">
                  <c:v>2013-11-21 21:50:00+01:00</c:v>
                </c:pt>
                <c:pt idx="3012">
                  <c:v>2013-11-21 22:00:00+01:00</c:v>
                </c:pt>
                <c:pt idx="3013">
                  <c:v>2013-11-21 22:10:00+01:00</c:v>
                </c:pt>
                <c:pt idx="3014">
                  <c:v>2013-11-21 22:20:00+01:00</c:v>
                </c:pt>
                <c:pt idx="3015">
                  <c:v>2013-11-21 22:30:00+01:00</c:v>
                </c:pt>
                <c:pt idx="3016">
                  <c:v>2013-11-21 22:40:00+01:00</c:v>
                </c:pt>
                <c:pt idx="3017">
                  <c:v>2013-11-21 22:50:00+01:00</c:v>
                </c:pt>
                <c:pt idx="3018">
                  <c:v>2013-11-21 23:00:00+01:00</c:v>
                </c:pt>
                <c:pt idx="3019">
                  <c:v>2013-11-21 23:10:00+01:00</c:v>
                </c:pt>
                <c:pt idx="3020">
                  <c:v>2013-11-21 23:20:00+01:00</c:v>
                </c:pt>
                <c:pt idx="3021">
                  <c:v>2013-11-21 23:30:00+01:00</c:v>
                </c:pt>
                <c:pt idx="3022">
                  <c:v>2013-11-21 23:40:00+01:00</c:v>
                </c:pt>
                <c:pt idx="3023">
                  <c:v>2013-11-21 23:50:00+01:00</c:v>
                </c:pt>
                <c:pt idx="3024">
                  <c:v>2013-11-22 00:00:00+01:00</c:v>
                </c:pt>
                <c:pt idx="3025">
                  <c:v>2013-11-22 00:10:00+01:00</c:v>
                </c:pt>
                <c:pt idx="3026">
                  <c:v>2013-11-22 00:20:00+01:00</c:v>
                </c:pt>
                <c:pt idx="3027">
                  <c:v>2013-11-22 00:30:00+01:00</c:v>
                </c:pt>
                <c:pt idx="3028">
                  <c:v>2013-11-22 00:40:00+01:00</c:v>
                </c:pt>
                <c:pt idx="3029">
                  <c:v>2013-11-22 00:50:00+01:00</c:v>
                </c:pt>
                <c:pt idx="3030">
                  <c:v>2013-11-22 01:00:00+01:00</c:v>
                </c:pt>
                <c:pt idx="3031">
                  <c:v>2013-11-22 01:10:00+01:00</c:v>
                </c:pt>
                <c:pt idx="3032">
                  <c:v>2013-11-22 01:20:00+01:00</c:v>
                </c:pt>
                <c:pt idx="3033">
                  <c:v>2013-11-22 01:30:00+01:00</c:v>
                </c:pt>
                <c:pt idx="3034">
                  <c:v>2013-11-22 01:40:00+01:00</c:v>
                </c:pt>
                <c:pt idx="3035">
                  <c:v>2013-11-22 01:50:00+01:00</c:v>
                </c:pt>
                <c:pt idx="3036">
                  <c:v>2013-11-22 02:00:00+01:00</c:v>
                </c:pt>
                <c:pt idx="3037">
                  <c:v>2013-11-22 02:10:00+01:00</c:v>
                </c:pt>
                <c:pt idx="3038">
                  <c:v>2013-11-22 02:20:00+01:00</c:v>
                </c:pt>
                <c:pt idx="3039">
                  <c:v>2013-11-22 02:30:00+01:00</c:v>
                </c:pt>
                <c:pt idx="3040">
                  <c:v>2013-11-22 02:40:00+01:00</c:v>
                </c:pt>
                <c:pt idx="3041">
                  <c:v>2013-11-22 02:50:00+01:00</c:v>
                </c:pt>
                <c:pt idx="3042">
                  <c:v>2013-11-22 03:00:00+01:00</c:v>
                </c:pt>
                <c:pt idx="3043">
                  <c:v>2013-11-22 03:10:00+01:00</c:v>
                </c:pt>
                <c:pt idx="3044">
                  <c:v>2013-11-22 03:20:00+01:00</c:v>
                </c:pt>
                <c:pt idx="3045">
                  <c:v>2013-11-22 03:30:00+01:00</c:v>
                </c:pt>
                <c:pt idx="3046">
                  <c:v>2013-11-22 03:40:00+01:00</c:v>
                </c:pt>
                <c:pt idx="3047">
                  <c:v>2013-11-22 03:50:00+01:00</c:v>
                </c:pt>
                <c:pt idx="3048">
                  <c:v>2013-11-22 04:00:00+01:00</c:v>
                </c:pt>
                <c:pt idx="3049">
                  <c:v>2013-11-22 04:10:00+01:00</c:v>
                </c:pt>
                <c:pt idx="3050">
                  <c:v>2013-11-22 04:20:00+01:00</c:v>
                </c:pt>
                <c:pt idx="3051">
                  <c:v>2013-11-22 04:30:00+01:00</c:v>
                </c:pt>
                <c:pt idx="3052">
                  <c:v>2013-11-22 04:40:00+01:00</c:v>
                </c:pt>
                <c:pt idx="3053">
                  <c:v>2013-11-22 04:50:00+01:00</c:v>
                </c:pt>
                <c:pt idx="3054">
                  <c:v>2013-11-22 05:00:00+01:00</c:v>
                </c:pt>
                <c:pt idx="3055">
                  <c:v>2013-11-22 05:10:00+01:00</c:v>
                </c:pt>
                <c:pt idx="3056">
                  <c:v>2013-11-22 05:20:00+01:00</c:v>
                </c:pt>
                <c:pt idx="3057">
                  <c:v>2013-11-22 05:30:00+01:00</c:v>
                </c:pt>
                <c:pt idx="3058">
                  <c:v>2013-11-22 05:40:00+01:00</c:v>
                </c:pt>
                <c:pt idx="3059">
                  <c:v>2013-11-22 05:50:00+01:00</c:v>
                </c:pt>
                <c:pt idx="3060">
                  <c:v>2013-11-22 06:00:00+01:00</c:v>
                </c:pt>
                <c:pt idx="3061">
                  <c:v>2013-11-22 06:10:00+01:00</c:v>
                </c:pt>
                <c:pt idx="3062">
                  <c:v>2013-11-22 06:20:00+01:00</c:v>
                </c:pt>
                <c:pt idx="3063">
                  <c:v>2013-11-22 06:30:00+01:00</c:v>
                </c:pt>
                <c:pt idx="3064">
                  <c:v>2013-11-22 06:40:00+01:00</c:v>
                </c:pt>
                <c:pt idx="3065">
                  <c:v>2013-11-22 06:50:00+01:00</c:v>
                </c:pt>
                <c:pt idx="3066">
                  <c:v>2013-11-22 07:00:00+01:00</c:v>
                </c:pt>
                <c:pt idx="3067">
                  <c:v>2013-11-22 07:10:00+01:00</c:v>
                </c:pt>
                <c:pt idx="3068">
                  <c:v>2013-11-22 07:20:00+01:00</c:v>
                </c:pt>
                <c:pt idx="3069">
                  <c:v>2013-11-22 07:30:00+01:00</c:v>
                </c:pt>
                <c:pt idx="3070">
                  <c:v>2013-11-22 07:40:00+01:00</c:v>
                </c:pt>
                <c:pt idx="3071">
                  <c:v>2013-11-22 07:50:00+01:00</c:v>
                </c:pt>
                <c:pt idx="3072">
                  <c:v>2013-11-22 08:00:00+01:00</c:v>
                </c:pt>
                <c:pt idx="3073">
                  <c:v>2013-11-22 08:10:00+01:00</c:v>
                </c:pt>
                <c:pt idx="3074">
                  <c:v>2013-11-22 08:20:00+01:00</c:v>
                </c:pt>
                <c:pt idx="3075">
                  <c:v>2013-11-22 08:30:00+01:00</c:v>
                </c:pt>
                <c:pt idx="3076">
                  <c:v>2013-11-22 08:40:00+01:00</c:v>
                </c:pt>
                <c:pt idx="3077">
                  <c:v>2013-11-22 08:50:00+01:00</c:v>
                </c:pt>
                <c:pt idx="3078">
                  <c:v>2013-11-22 09:00:00+01:00</c:v>
                </c:pt>
                <c:pt idx="3079">
                  <c:v>2013-11-22 09:10:00+01:00</c:v>
                </c:pt>
                <c:pt idx="3080">
                  <c:v>2013-11-22 09:20:00+01:00</c:v>
                </c:pt>
                <c:pt idx="3081">
                  <c:v>2013-11-22 09:30:00+01:00</c:v>
                </c:pt>
                <c:pt idx="3082">
                  <c:v>2013-11-22 09:40:00+01:00</c:v>
                </c:pt>
                <c:pt idx="3083">
                  <c:v>2013-11-22 09:50:00+01:00</c:v>
                </c:pt>
                <c:pt idx="3084">
                  <c:v>2013-11-22 10:00:00+01:00</c:v>
                </c:pt>
                <c:pt idx="3085">
                  <c:v>2013-11-22 10:10:00+01:00</c:v>
                </c:pt>
                <c:pt idx="3086">
                  <c:v>2013-11-22 10:20:00+01:00</c:v>
                </c:pt>
                <c:pt idx="3087">
                  <c:v>2013-11-22 10:30:00+01:00</c:v>
                </c:pt>
                <c:pt idx="3088">
                  <c:v>2013-11-22 10:40:00+01:00</c:v>
                </c:pt>
                <c:pt idx="3089">
                  <c:v>2013-11-22 10:50:00+01:00</c:v>
                </c:pt>
                <c:pt idx="3090">
                  <c:v>2013-11-22 11:00:00+01:00</c:v>
                </c:pt>
                <c:pt idx="3091">
                  <c:v>2013-11-22 11:10:00+01:00</c:v>
                </c:pt>
                <c:pt idx="3092">
                  <c:v>2013-11-22 11:20:00+01:00</c:v>
                </c:pt>
                <c:pt idx="3093">
                  <c:v>2013-11-22 11:30:00+01:00</c:v>
                </c:pt>
                <c:pt idx="3094">
                  <c:v>2013-11-22 11:40:00+01:00</c:v>
                </c:pt>
                <c:pt idx="3095">
                  <c:v>2013-11-22 11:50:00+01:00</c:v>
                </c:pt>
                <c:pt idx="3096">
                  <c:v>2013-11-22 12:00:00+01:00</c:v>
                </c:pt>
                <c:pt idx="3097">
                  <c:v>2013-11-22 12:10:00+01:00</c:v>
                </c:pt>
                <c:pt idx="3098">
                  <c:v>2013-11-22 12:20:00+01:00</c:v>
                </c:pt>
                <c:pt idx="3099">
                  <c:v>2013-11-22 12:30:00+01:00</c:v>
                </c:pt>
                <c:pt idx="3100">
                  <c:v>2013-11-22 12:40:00+01:00</c:v>
                </c:pt>
                <c:pt idx="3101">
                  <c:v>2013-11-22 12:50:00+01:00</c:v>
                </c:pt>
                <c:pt idx="3102">
                  <c:v>2013-11-22 13:00:00+01:00</c:v>
                </c:pt>
                <c:pt idx="3103">
                  <c:v>2013-11-22 13:10:00+01:00</c:v>
                </c:pt>
                <c:pt idx="3104">
                  <c:v>2013-11-22 13:20:00+01:00</c:v>
                </c:pt>
                <c:pt idx="3105">
                  <c:v>2013-11-22 13:30:00+01:00</c:v>
                </c:pt>
                <c:pt idx="3106">
                  <c:v>2013-11-22 13:40:00+01:00</c:v>
                </c:pt>
                <c:pt idx="3107">
                  <c:v>2013-11-22 13:50:00+01:00</c:v>
                </c:pt>
                <c:pt idx="3108">
                  <c:v>2013-11-22 14:00:00+01:00</c:v>
                </c:pt>
                <c:pt idx="3109">
                  <c:v>2013-11-22 14:10:00+01:00</c:v>
                </c:pt>
                <c:pt idx="3110">
                  <c:v>2013-11-22 14:20:00+01:00</c:v>
                </c:pt>
                <c:pt idx="3111">
                  <c:v>2013-11-22 14:30:00+01:00</c:v>
                </c:pt>
                <c:pt idx="3112">
                  <c:v>2013-11-22 14:40:00+01:00</c:v>
                </c:pt>
                <c:pt idx="3113">
                  <c:v>2013-11-22 14:50:00+01:00</c:v>
                </c:pt>
                <c:pt idx="3114">
                  <c:v>2013-11-22 15:00:00+01:00</c:v>
                </c:pt>
                <c:pt idx="3115">
                  <c:v>2013-11-22 15:10:00+01:00</c:v>
                </c:pt>
                <c:pt idx="3116">
                  <c:v>2013-11-22 15:20:00+01:00</c:v>
                </c:pt>
                <c:pt idx="3117">
                  <c:v>2013-11-22 15:30:00+01:00</c:v>
                </c:pt>
                <c:pt idx="3118">
                  <c:v>2013-11-22 15:40:00+01:00</c:v>
                </c:pt>
                <c:pt idx="3119">
                  <c:v>2013-11-22 15:50:00+01:00</c:v>
                </c:pt>
                <c:pt idx="3120">
                  <c:v>2013-11-22 16:00:00+01:00</c:v>
                </c:pt>
                <c:pt idx="3121">
                  <c:v>2013-11-22 16:10:00+01:00</c:v>
                </c:pt>
                <c:pt idx="3122">
                  <c:v>2013-11-22 16:20:00+01:00</c:v>
                </c:pt>
                <c:pt idx="3123">
                  <c:v>2013-11-22 16:30:00+01:00</c:v>
                </c:pt>
                <c:pt idx="3124">
                  <c:v>2013-11-22 16:40:00+01:00</c:v>
                </c:pt>
                <c:pt idx="3125">
                  <c:v>2013-11-22 16:50:00+01:00</c:v>
                </c:pt>
                <c:pt idx="3126">
                  <c:v>2013-11-22 17:00:00+01:00</c:v>
                </c:pt>
                <c:pt idx="3127">
                  <c:v>2013-11-22 17:10:00+01:00</c:v>
                </c:pt>
                <c:pt idx="3128">
                  <c:v>2013-11-22 17:20:00+01:00</c:v>
                </c:pt>
                <c:pt idx="3129">
                  <c:v>2013-11-22 17:30:00+01:00</c:v>
                </c:pt>
                <c:pt idx="3130">
                  <c:v>2013-11-22 17:40:00+01:00</c:v>
                </c:pt>
                <c:pt idx="3131">
                  <c:v>2013-11-22 17:50:00+01:00</c:v>
                </c:pt>
                <c:pt idx="3132">
                  <c:v>2013-11-22 18:00:00+01:00</c:v>
                </c:pt>
                <c:pt idx="3133">
                  <c:v>2013-11-22 18:10:00+01:00</c:v>
                </c:pt>
                <c:pt idx="3134">
                  <c:v>2013-11-22 18:20:00+01:00</c:v>
                </c:pt>
                <c:pt idx="3135">
                  <c:v>2013-11-22 18:30:00+01:00</c:v>
                </c:pt>
                <c:pt idx="3136">
                  <c:v>2013-11-22 18:40:00+01:00</c:v>
                </c:pt>
                <c:pt idx="3137">
                  <c:v>2013-11-22 18:50:00+01:00</c:v>
                </c:pt>
                <c:pt idx="3138">
                  <c:v>2013-11-22 19:00:00+01:00</c:v>
                </c:pt>
                <c:pt idx="3139">
                  <c:v>2013-11-22 19:10:00+01:00</c:v>
                </c:pt>
                <c:pt idx="3140">
                  <c:v>2013-11-22 19:20:00+01:00</c:v>
                </c:pt>
                <c:pt idx="3141">
                  <c:v>2013-11-22 19:30:00+01:00</c:v>
                </c:pt>
                <c:pt idx="3142">
                  <c:v>2013-11-22 19:40:00+01:00</c:v>
                </c:pt>
                <c:pt idx="3143">
                  <c:v>2013-11-22 19:50:00+01:00</c:v>
                </c:pt>
                <c:pt idx="3144">
                  <c:v>2013-11-22 20:00:00+01:00</c:v>
                </c:pt>
                <c:pt idx="3145">
                  <c:v>2013-11-22 20:10:00+01:00</c:v>
                </c:pt>
                <c:pt idx="3146">
                  <c:v>2013-11-22 20:20:00+01:00</c:v>
                </c:pt>
                <c:pt idx="3147">
                  <c:v>2013-11-22 20:30:00+01:00</c:v>
                </c:pt>
                <c:pt idx="3148">
                  <c:v>2013-11-22 20:40:00+01:00</c:v>
                </c:pt>
                <c:pt idx="3149">
                  <c:v>2013-11-22 20:50:00+01:00</c:v>
                </c:pt>
                <c:pt idx="3150">
                  <c:v>2013-11-22 21:00:00+01:00</c:v>
                </c:pt>
                <c:pt idx="3151">
                  <c:v>2013-11-22 21:10:00+01:00</c:v>
                </c:pt>
                <c:pt idx="3152">
                  <c:v>2013-11-22 21:20:00+01:00</c:v>
                </c:pt>
                <c:pt idx="3153">
                  <c:v>2013-11-22 21:30:00+01:00</c:v>
                </c:pt>
                <c:pt idx="3154">
                  <c:v>2013-11-22 21:40:00+01:00</c:v>
                </c:pt>
                <c:pt idx="3155">
                  <c:v>2013-11-22 21:50:00+01:00</c:v>
                </c:pt>
                <c:pt idx="3156">
                  <c:v>2013-11-22 22:00:00+01:00</c:v>
                </c:pt>
                <c:pt idx="3157">
                  <c:v>2013-11-22 22:10:00+01:00</c:v>
                </c:pt>
                <c:pt idx="3158">
                  <c:v>2013-11-22 22:20:00+01:00</c:v>
                </c:pt>
                <c:pt idx="3159">
                  <c:v>2013-11-22 22:30:00+01:00</c:v>
                </c:pt>
                <c:pt idx="3160">
                  <c:v>2013-11-22 22:40:00+01:00</c:v>
                </c:pt>
                <c:pt idx="3161">
                  <c:v>2013-11-22 22:50:00+01:00</c:v>
                </c:pt>
                <c:pt idx="3162">
                  <c:v>2013-11-22 23:00:00+01:00</c:v>
                </c:pt>
                <c:pt idx="3163">
                  <c:v>2013-11-22 23:10:00+01:00</c:v>
                </c:pt>
                <c:pt idx="3164">
                  <c:v>2013-11-22 23:20:00+01:00</c:v>
                </c:pt>
                <c:pt idx="3165">
                  <c:v>2013-11-22 23:30:00+01:00</c:v>
                </c:pt>
                <c:pt idx="3166">
                  <c:v>2013-11-22 23:40:00+01:00</c:v>
                </c:pt>
                <c:pt idx="3167">
                  <c:v>2013-11-22 23:50:00+01:00</c:v>
                </c:pt>
                <c:pt idx="3168">
                  <c:v>2013-11-23 00:00:00+01:00</c:v>
                </c:pt>
                <c:pt idx="3169">
                  <c:v>2013-11-23 00:10:00+01:00</c:v>
                </c:pt>
                <c:pt idx="3170">
                  <c:v>2013-11-23 00:20:00+01:00</c:v>
                </c:pt>
                <c:pt idx="3171">
                  <c:v>2013-11-23 00:30:00+01:00</c:v>
                </c:pt>
                <c:pt idx="3172">
                  <c:v>2013-11-23 00:40:00+01:00</c:v>
                </c:pt>
                <c:pt idx="3173">
                  <c:v>2013-11-23 00:50:00+01:00</c:v>
                </c:pt>
                <c:pt idx="3174">
                  <c:v>2013-11-23 01:00:00+01:00</c:v>
                </c:pt>
                <c:pt idx="3175">
                  <c:v>2013-11-23 01:10:00+01:00</c:v>
                </c:pt>
                <c:pt idx="3176">
                  <c:v>2013-11-23 01:20:00+01:00</c:v>
                </c:pt>
                <c:pt idx="3177">
                  <c:v>2013-11-23 01:30:00+01:00</c:v>
                </c:pt>
                <c:pt idx="3178">
                  <c:v>2013-11-23 01:40:00+01:00</c:v>
                </c:pt>
                <c:pt idx="3179">
                  <c:v>2013-11-23 01:50:00+01:00</c:v>
                </c:pt>
                <c:pt idx="3180">
                  <c:v>2013-11-23 02:00:00+01:00</c:v>
                </c:pt>
                <c:pt idx="3181">
                  <c:v>2013-11-23 02:10:00+01:00</c:v>
                </c:pt>
                <c:pt idx="3182">
                  <c:v>2013-11-23 02:20:00+01:00</c:v>
                </c:pt>
                <c:pt idx="3183">
                  <c:v>2013-11-23 02:30:00+01:00</c:v>
                </c:pt>
                <c:pt idx="3184">
                  <c:v>2013-11-23 02:40:00+01:00</c:v>
                </c:pt>
                <c:pt idx="3185">
                  <c:v>2013-11-23 02:50:00+01:00</c:v>
                </c:pt>
                <c:pt idx="3186">
                  <c:v>2013-11-23 03:00:00+01:00</c:v>
                </c:pt>
                <c:pt idx="3187">
                  <c:v>2013-11-23 03:10:00+01:00</c:v>
                </c:pt>
                <c:pt idx="3188">
                  <c:v>2013-11-23 03:20:00+01:00</c:v>
                </c:pt>
                <c:pt idx="3189">
                  <c:v>2013-11-23 03:30:00+01:00</c:v>
                </c:pt>
                <c:pt idx="3190">
                  <c:v>2013-11-23 03:40:00+01:00</c:v>
                </c:pt>
                <c:pt idx="3191">
                  <c:v>2013-11-23 03:50:00+01:00</c:v>
                </c:pt>
                <c:pt idx="3192">
                  <c:v>2013-11-23 04:00:00+01:00</c:v>
                </c:pt>
                <c:pt idx="3193">
                  <c:v>2013-11-23 04:10:00+01:00</c:v>
                </c:pt>
                <c:pt idx="3194">
                  <c:v>2013-11-23 04:20:00+01:00</c:v>
                </c:pt>
                <c:pt idx="3195">
                  <c:v>2013-11-23 04:30:00+01:00</c:v>
                </c:pt>
                <c:pt idx="3196">
                  <c:v>2013-11-23 04:40:00+01:00</c:v>
                </c:pt>
                <c:pt idx="3197">
                  <c:v>2013-11-23 04:50:00+01:00</c:v>
                </c:pt>
                <c:pt idx="3198">
                  <c:v>2013-11-23 05:00:00+01:00</c:v>
                </c:pt>
                <c:pt idx="3199">
                  <c:v>2013-11-23 05:10:00+01:00</c:v>
                </c:pt>
                <c:pt idx="3200">
                  <c:v>2013-11-23 05:20:00+01:00</c:v>
                </c:pt>
                <c:pt idx="3201">
                  <c:v>2013-11-23 05:30:00+01:00</c:v>
                </c:pt>
                <c:pt idx="3202">
                  <c:v>2013-11-23 05:40:00+01:00</c:v>
                </c:pt>
                <c:pt idx="3203">
                  <c:v>2013-11-23 05:50:00+01:00</c:v>
                </c:pt>
                <c:pt idx="3204">
                  <c:v>2013-11-23 06:00:00+01:00</c:v>
                </c:pt>
                <c:pt idx="3205">
                  <c:v>2013-11-23 06:10:00+01:00</c:v>
                </c:pt>
                <c:pt idx="3206">
                  <c:v>2013-11-23 06:20:00+01:00</c:v>
                </c:pt>
                <c:pt idx="3207">
                  <c:v>2013-11-23 06:30:00+01:00</c:v>
                </c:pt>
                <c:pt idx="3208">
                  <c:v>2013-11-23 06:40:00+01:00</c:v>
                </c:pt>
                <c:pt idx="3209">
                  <c:v>2013-11-23 06:50:00+01:00</c:v>
                </c:pt>
                <c:pt idx="3210">
                  <c:v>2013-11-23 07:00:00+01:00</c:v>
                </c:pt>
                <c:pt idx="3211">
                  <c:v>2013-11-23 07:10:00+01:00</c:v>
                </c:pt>
                <c:pt idx="3212">
                  <c:v>2013-11-23 07:20:00+01:00</c:v>
                </c:pt>
                <c:pt idx="3213">
                  <c:v>2013-11-23 07:30:00+01:00</c:v>
                </c:pt>
                <c:pt idx="3214">
                  <c:v>2013-11-23 07:40:00+01:00</c:v>
                </c:pt>
                <c:pt idx="3215">
                  <c:v>2013-11-23 07:50:00+01:00</c:v>
                </c:pt>
                <c:pt idx="3216">
                  <c:v>2013-11-23 08:00:00+01:00</c:v>
                </c:pt>
                <c:pt idx="3217">
                  <c:v>2013-11-23 08:10:00+01:00</c:v>
                </c:pt>
                <c:pt idx="3218">
                  <c:v>2013-11-23 08:20:00+01:00</c:v>
                </c:pt>
                <c:pt idx="3219">
                  <c:v>2013-11-23 08:30:00+01:00</c:v>
                </c:pt>
                <c:pt idx="3220">
                  <c:v>2013-11-23 08:40:00+01:00</c:v>
                </c:pt>
                <c:pt idx="3221">
                  <c:v>2013-11-23 08:50:00+01:00</c:v>
                </c:pt>
                <c:pt idx="3222">
                  <c:v>2013-11-23 09:00:00+01:00</c:v>
                </c:pt>
                <c:pt idx="3223">
                  <c:v>2013-11-23 09:10:00+01:00</c:v>
                </c:pt>
                <c:pt idx="3224">
                  <c:v>2013-11-23 09:20:00+01:00</c:v>
                </c:pt>
                <c:pt idx="3225">
                  <c:v>2013-11-23 09:30:00+01:00</c:v>
                </c:pt>
                <c:pt idx="3226">
                  <c:v>2013-11-23 09:40:00+01:00</c:v>
                </c:pt>
                <c:pt idx="3227">
                  <c:v>2013-11-23 09:50:00+01:00</c:v>
                </c:pt>
                <c:pt idx="3228">
                  <c:v>2013-11-23 10:00:00+01:00</c:v>
                </c:pt>
                <c:pt idx="3229">
                  <c:v>2013-11-23 10:10:00+01:00</c:v>
                </c:pt>
                <c:pt idx="3230">
                  <c:v>2013-11-23 10:20:00+01:00</c:v>
                </c:pt>
                <c:pt idx="3231">
                  <c:v>2013-11-23 10:30:00+01:00</c:v>
                </c:pt>
                <c:pt idx="3232">
                  <c:v>2013-11-23 10:40:00+01:00</c:v>
                </c:pt>
                <c:pt idx="3233">
                  <c:v>2013-11-23 10:50:00+01:00</c:v>
                </c:pt>
                <c:pt idx="3234">
                  <c:v>2013-11-23 11:00:00+01:00</c:v>
                </c:pt>
                <c:pt idx="3235">
                  <c:v>2013-11-23 11:10:00+01:00</c:v>
                </c:pt>
                <c:pt idx="3236">
                  <c:v>2013-11-23 11:20:00+01:00</c:v>
                </c:pt>
                <c:pt idx="3237">
                  <c:v>2013-11-23 11:30:00+01:00</c:v>
                </c:pt>
                <c:pt idx="3238">
                  <c:v>2013-11-23 11:40:00+01:00</c:v>
                </c:pt>
                <c:pt idx="3239">
                  <c:v>2013-11-23 11:50:00+01:00</c:v>
                </c:pt>
                <c:pt idx="3240">
                  <c:v>2013-11-23 12:00:00+01:00</c:v>
                </c:pt>
                <c:pt idx="3241">
                  <c:v>2013-11-23 12:10:00+01:00</c:v>
                </c:pt>
                <c:pt idx="3242">
                  <c:v>2013-11-23 12:20:00+01:00</c:v>
                </c:pt>
                <c:pt idx="3243">
                  <c:v>2013-11-23 12:30:00+01:00</c:v>
                </c:pt>
                <c:pt idx="3244">
                  <c:v>2013-11-23 12:40:00+01:00</c:v>
                </c:pt>
                <c:pt idx="3245">
                  <c:v>2013-11-23 12:50:00+01:00</c:v>
                </c:pt>
                <c:pt idx="3246">
                  <c:v>2013-11-23 13:00:00+01:00</c:v>
                </c:pt>
                <c:pt idx="3247">
                  <c:v>2013-11-23 13:10:00+01:00</c:v>
                </c:pt>
                <c:pt idx="3248">
                  <c:v>2013-11-23 13:20:00+01:00</c:v>
                </c:pt>
                <c:pt idx="3249">
                  <c:v>2013-11-23 13:30:00+01:00</c:v>
                </c:pt>
                <c:pt idx="3250">
                  <c:v>2013-11-23 13:40:00+01:00</c:v>
                </c:pt>
                <c:pt idx="3251">
                  <c:v>2013-11-23 13:50:00+01:00</c:v>
                </c:pt>
                <c:pt idx="3252">
                  <c:v>2013-11-23 14:00:00+01:00</c:v>
                </c:pt>
                <c:pt idx="3253">
                  <c:v>2013-11-23 14:10:00+01:00</c:v>
                </c:pt>
                <c:pt idx="3254">
                  <c:v>2013-11-23 14:20:00+01:00</c:v>
                </c:pt>
                <c:pt idx="3255">
                  <c:v>2013-11-23 14:30:00+01:00</c:v>
                </c:pt>
                <c:pt idx="3256">
                  <c:v>2013-11-23 14:40:00+01:00</c:v>
                </c:pt>
                <c:pt idx="3257">
                  <c:v>2013-11-23 14:50:00+01:00</c:v>
                </c:pt>
                <c:pt idx="3258">
                  <c:v>2013-11-23 15:00:00+01:00</c:v>
                </c:pt>
                <c:pt idx="3259">
                  <c:v>2013-11-23 15:10:00+01:00</c:v>
                </c:pt>
                <c:pt idx="3260">
                  <c:v>2013-11-23 15:20:00+01:00</c:v>
                </c:pt>
                <c:pt idx="3261">
                  <c:v>2013-11-23 15:30:00+01:00</c:v>
                </c:pt>
                <c:pt idx="3262">
                  <c:v>2013-11-23 15:40:00+01:00</c:v>
                </c:pt>
                <c:pt idx="3263">
                  <c:v>2013-11-23 15:50:00+01:00</c:v>
                </c:pt>
                <c:pt idx="3264">
                  <c:v>2013-11-23 16:00:00+01:00</c:v>
                </c:pt>
                <c:pt idx="3265">
                  <c:v>2013-11-23 16:10:00+01:00</c:v>
                </c:pt>
                <c:pt idx="3266">
                  <c:v>2013-11-23 16:20:00+01:00</c:v>
                </c:pt>
                <c:pt idx="3267">
                  <c:v>2013-11-23 16:30:00+01:00</c:v>
                </c:pt>
                <c:pt idx="3268">
                  <c:v>2013-11-23 16:40:00+01:00</c:v>
                </c:pt>
                <c:pt idx="3269">
                  <c:v>2013-11-23 16:50:00+01:00</c:v>
                </c:pt>
                <c:pt idx="3270">
                  <c:v>2013-11-23 17:00:00+01:00</c:v>
                </c:pt>
                <c:pt idx="3271">
                  <c:v>2013-11-23 17:10:00+01:00</c:v>
                </c:pt>
                <c:pt idx="3272">
                  <c:v>2013-11-23 17:20:00+01:00</c:v>
                </c:pt>
                <c:pt idx="3273">
                  <c:v>2013-11-23 17:30:00+01:00</c:v>
                </c:pt>
                <c:pt idx="3274">
                  <c:v>2013-11-23 17:40:00+01:00</c:v>
                </c:pt>
                <c:pt idx="3275">
                  <c:v>2013-11-23 17:50:00+01:00</c:v>
                </c:pt>
                <c:pt idx="3276">
                  <c:v>2013-11-23 18:00:00+01:00</c:v>
                </c:pt>
                <c:pt idx="3277">
                  <c:v>2013-11-23 18:10:00+01:00</c:v>
                </c:pt>
                <c:pt idx="3278">
                  <c:v>2013-11-23 18:20:00+01:00</c:v>
                </c:pt>
                <c:pt idx="3279">
                  <c:v>2013-11-23 18:30:00+01:00</c:v>
                </c:pt>
                <c:pt idx="3280">
                  <c:v>2013-11-23 18:40:00+01:00</c:v>
                </c:pt>
                <c:pt idx="3281">
                  <c:v>2013-11-23 18:50:00+01:00</c:v>
                </c:pt>
                <c:pt idx="3282">
                  <c:v>2013-11-23 19:00:00+01:00</c:v>
                </c:pt>
                <c:pt idx="3283">
                  <c:v>2013-11-23 19:10:00+01:00</c:v>
                </c:pt>
                <c:pt idx="3284">
                  <c:v>2013-11-23 19:20:00+01:00</c:v>
                </c:pt>
                <c:pt idx="3285">
                  <c:v>2013-11-23 19:30:00+01:00</c:v>
                </c:pt>
                <c:pt idx="3286">
                  <c:v>2013-11-23 19:40:00+01:00</c:v>
                </c:pt>
                <c:pt idx="3287">
                  <c:v>2013-11-23 19:50:00+01:00</c:v>
                </c:pt>
                <c:pt idx="3288">
                  <c:v>2013-11-23 20:00:00+01:00</c:v>
                </c:pt>
                <c:pt idx="3289">
                  <c:v>2013-11-23 20:10:00+01:00</c:v>
                </c:pt>
                <c:pt idx="3290">
                  <c:v>2013-11-23 20:20:00+01:00</c:v>
                </c:pt>
                <c:pt idx="3291">
                  <c:v>2013-11-23 20:30:00+01:00</c:v>
                </c:pt>
                <c:pt idx="3292">
                  <c:v>2013-11-23 20:40:00+01:00</c:v>
                </c:pt>
                <c:pt idx="3293">
                  <c:v>2013-11-23 20:50:00+01:00</c:v>
                </c:pt>
                <c:pt idx="3294">
                  <c:v>2013-11-23 21:00:00+01:00</c:v>
                </c:pt>
                <c:pt idx="3295">
                  <c:v>2013-11-23 21:10:00+01:00</c:v>
                </c:pt>
                <c:pt idx="3296">
                  <c:v>2013-11-23 21:20:00+01:00</c:v>
                </c:pt>
                <c:pt idx="3297">
                  <c:v>2013-11-23 21:30:00+01:00</c:v>
                </c:pt>
                <c:pt idx="3298">
                  <c:v>2013-11-23 21:40:00+01:00</c:v>
                </c:pt>
                <c:pt idx="3299">
                  <c:v>2013-11-23 21:50:00+01:00</c:v>
                </c:pt>
                <c:pt idx="3300">
                  <c:v>2013-11-23 22:00:00+01:00</c:v>
                </c:pt>
                <c:pt idx="3301">
                  <c:v>2013-11-23 22:10:00+01:00</c:v>
                </c:pt>
                <c:pt idx="3302">
                  <c:v>2013-11-23 22:20:00+01:00</c:v>
                </c:pt>
                <c:pt idx="3303">
                  <c:v>2013-11-23 22:30:00+01:00</c:v>
                </c:pt>
                <c:pt idx="3304">
                  <c:v>2013-11-23 22:40:00+01:00</c:v>
                </c:pt>
                <c:pt idx="3305">
                  <c:v>2013-11-23 22:50:00+01:00</c:v>
                </c:pt>
                <c:pt idx="3306">
                  <c:v>2013-11-23 23:00:00+01:00</c:v>
                </c:pt>
                <c:pt idx="3307">
                  <c:v>2013-11-23 23:10:00+01:00</c:v>
                </c:pt>
                <c:pt idx="3308">
                  <c:v>2013-11-23 23:20:00+01:00</c:v>
                </c:pt>
                <c:pt idx="3309">
                  <c:v>2013-11-23 23:30:00+01:00</c:v>
                </c:pt>
                <c:pt idx="3310">
                  <c:v>2013-11-23 23:40:00+01:00</c:v>
                </c:pt>
                <c:pt idx="3311">
                  <c:v>2013-11-23 23:50:00+01:00</c:v>
                </c:pt>
                <c:pt idx="3312">
                  <c:v>2013-11-24 00:00:00+01:00</c:v>
                </c:pt>
                <c:pt idx="3313">
                  <c:v>2013-11-24 00:10:00+01:00</c:v>
                </c:pt>
                <c:pt idx="3314">
                  <c:v>2013-11-24 00:20:00+01:00</c:v>
                </c:pt>
                <c:pt idx="3315">
                  <c:v>2013-11-24 00:30:00+01:00</c:v>
                </c:pt>
                <c:pt idx="3316">
                  <c:v>2013-11-24 00:40:00+01:00</c:v>
                </c:pt>
                <c:pt idx="3317">
                  <c:v>2013-11-24 00:50:00+01:00</c:v>
                </c:pt>
                <c:pt idx="3318">
                  <c:v>2013-11-24 01:00:00+01:00</c:v>
                </c:pt>
                <c:pt idx="3319">
                  <c:v>2013-11-24 01:10:00+01:00</c:v>
                </c:pt>
                <c:pt idx="3320">
                  <c:v>2013-11-24 01:20:00+01:00</c:v>
                </c:pt>
                <c:pt idx="3321">
                  <c:v>2013-11-24 01:30:00+01:00</c:v>
                </c:pt>
                <c:pt idx="3322">
                  <c:v>2013-11-24 01:40:00+01:00</c:v>
                </c:pt>
                <c:pt idx="3323">
                  <c:v>2013-11-24 01:50:00+01:00</c:v>
                </c:pt>
                <c:pt idx="3324">
                  <c:v>2013-11-24 02:00:00+01:00</c:v>
                </c:pt>
                <c:pt idx="3325">
                  <c:v>2013-11-24 02:10:00+01:00</c:v>
                </c:pt>
                <c:pt idx="3326">
                  <c:v>2013-11-24 02:20:00+01:00</c:v>
                </c:pt>
                <c:pt idx="3327">
                  <c:v>2013-11-24 02:30:00+01:00</c:v>
                </c:pt>
                <c:pt idx="3328">
                  <c:v>2013-11-24 02:40:00+01:00</c:v>
                </c:pt>
                <c:pt idx="3329">
                  <c:v>2013-11-24 02:50:00+01:00</c:v>
                </c:pt>
                <c:pt idx="3330">
                  <c:v>2013-11-24 03:00:00+01:00</c:v>
                </c:pt>
                <c:pt idx="3331">
                  <c:v>2013-11-24 03:10:00+01:00</c:v>
                </c:pt>
                <c:pt idx="3332">
                  <c:v>2013-11-24 03:20:00+01:00</c:v>
                </c:pt>
                <c:pt idx="3333">
                  <c:v>2013-11-24 03:30:00+01:00</c:v>
                </c:pt>
                <c:pt idx="3334">
                  <c:v>2013-11-24 03:40:00+01:00</c:v>
                </c:pt>
                <c:pt idx="3335">
                  <c:v>2013-11-24 03:50:00+01:00</c:v>
                </c:pt>
                <c:pt idx="3336">
                  <c:v>2013-11-24 04:00:00+01:00</c:v>
                </c:pt>
                <c:pt idx="3337">
                  <c:v>2013-11-24 04:10:00+01:00</c:v>
                </c:pt>
                <c:pt idx="3338">
                  <c:v>2013-11-24 04:20:00+01:00</c:v>
                </c:pt>
                <c:pt idx="3339">
                  <c:v>2013-11-24 04:30:00+01:00</c:v>
                </c:pt>
                <c:pt idx="3340">
                  <c:v>2013-11-24 04:40:00+01:00</c:v>
                </c:pt>
                <c:pt idx="3341">
                  <c:v>2013-11-24 04:50:00+01:00</c:v>
                </c:pt>
                <c:pt idx="3342">
                  <c:v>2013-11-24 05:00:00+01:00</c:v>
                </c:pt>
                <c:pt idx="3343">
                  <c:v>2013-11-24 05:10:00+01:00</c:v>
                </c:pt>
                <c:pt idx="3344">
                  <c:v>2013-11-24 05:20:00+01:00</c:v>
                </c:pt>
                <c:pt idx="3345">
                  <c:v>2013-11-24 05:30:00+01:00</c:v>
                </c:pt>
                <c:pt idx="3346">
                  <c:v>2013-11-24 05:40:00+01:00</c:v>
                </c:pt>
                <c:pt idx="3347">
                  <c:v>2013-11-24 05:50:00+01:00</c:v>
                </c:pt>
                <c:pt idx="3348">
                  <c:v>2013-11-24 06:00:00+01:00</c:v>
                </c:pt>
                <c:pt idx="3349">
                  <c:v>2013-11-24 06:10:00+01:00</c:v>
                </c:pt>
                <c:pt idx="3350">
                  <c:v>2013-11-24 06:20:00+01:00</c:v>
                </c:pt>
                <c:pt idx="3351">
                  <c:v>2013-11-24 06:30:00+01:00</c:v>
                </c:pt>
                <c:pt idx="3352">
                  <c:v>2013-11-24 06:40:00+01:00</c:v>
                </c:pt>
                <c:pt idx="3353">
                  <c:v>2013-11-24 06:50:00+01:00</c:v>
                </c:pt>
                <c:pt idx="3354">
                  <c:v>2013-11-24 07:00:00+01:00</c:v>
                </c:pt>
                <c:pt idx="3355">
                  <c:v>2013-11-24 07:10:00+01:00</c:v>
                </c:pt>
                <c:pt idx="3356">
                  <c:v>2013-11-24 07:20:00+01:00</c:v>
                </c:pt>
                <c:pt idx="3357">
                  <c:v>2013-11-24 07:30:00+01:00</c:v>
                </c:pt>
                <c:pt idx="3358">
                  <c:v>2013-11-24 07:40:00+01:00</c:v>
                </c:pt>
                <c:pt idx="3359">
                  <c:v>2013-11-24 07:50:00+01:00</c:v>
                </c:pt>
                <c:pt idx="3360">
                  <c:v>2013-11-24 08:00:00+01:00</c:v>
                </c:pt>
                <c:pt idx="3361">
                  <c:v>2013-11-24 08:10:00+01:00</c:v>
                </c:pt>
                <c:pt idx="3362">
                  <c:v>2013-11-24 08:20:00+01:00</c:v>
                </c:pt>
                <c:pt idx="3363">
                  <c:v>2013-11-24 08:30:00+01:00</c:v>
                </c:pt>
                <c:pt idx="3364">
                  <c:v>2013-11-24 08:40:00+01:00</c:v>
                </c:pt>
                <c:pt idx="3365">
                  <c:v>2013-11-24 08:50:00+01:00</c:v>
                </c:pt>
                <c:pt idx="3366">
                  <c:v>2013-11-24 09:00:00+01:00</c:v>
                </c:pt>
                <c:pt idx="3367">
                  <c:v>2013-11-24 09:10:00+01:00</c:v>
                </c:pt>
                <c:pt idx="3368">
                  <c:v>2013-11-24 09:20:00+01:00</c:v>
                </c:pt>
                <c:pt idx="3369">
                  <c:v>2013-11-24 09:30:00+01:00</c:v>
                </c:pt>
                <c:pt idx="3370">
                  <c:v>2013-11-24 09:40:00+01:00</c:v>
                </c:pt>
                <c:pt idx="3371">
                  <c:v>2013-11-24 09:50:00+01:00</c:v>
                </c:pt>
                <c:pt idx="3372">
                  <c:v>2013-11-24 10:00:00+01:00</c:v>
                </c:pt>
                <c:pt idx="3373">
                  <c:v>2013-11-24 10:10:00+01:00</c:v>
                </c:pt>
                <c:pt idx="3374">
                  <c:v>2013-11-24 10:20:00+01:00</c:v>
                </c:pt>
                <c:pt idx="3375">
                  <c:v>2013-11-24 10:30:00+01:00</c:v>
                </c:pt>
                <c:pt idx="3376">
                  <c:v>2013-11-24 10:40:00+01:00</c:v>
                </c:pt>
                <c:pt idx="3377">
                  <c:v>2013-11-24 10:50:00+01:00</c:v>
                </c:pt>
                <c:pt idx="3378">
                  <c:v>2013-11-24 11:00:00+01:00</c:v>
                </c:pt>
                <c:pt idx="3379">
                  <c:v>2013-11-24 11:10:00+01:00</c:v>
                </c:pt>
                <c:pt idx="3380">
                  <c:v>2013-11-24 11:20:00+01:00</c:v>
                </c:pt>
                <c:pt idx="3381">
                  <c:v>2013-11-24 11:30:00+01:00</c:v>
                </c:pt>
                <c:pt idx="3382">
                  <c:v>2013-11-24 11:40:00+01:00</c:v>
                </c:pt>
                <c:pt idx="3383">
                  <c:v>2013-11-24 11:50:00+01:00</c:v>
                </c:pt>
                <c:pt idx="3384">
                  <c:v>2013-11-24 12:00:00+01:00</c:v>
                </c:pt>
                <c:pt idx="3385">
                  <c:v>2013-11-24 12:10:00+01:00</c:v>
                </c:pt>
                <c:pt idx="3386">
                  <c:v>2013-11-24 12:20:00+01:00</c:v>
                </c:pt>
                <c:pt idx="3387">
                  <c:v>2013-11-24 12:30:00+01:00</c:v>
                </c:pt>
                <c:pt idx="3388">
                  <c:v>2013-11-24 12:40:00+01:00</c:v>
                </c:pt>
                <c:pt idx="3389">
                  <c:v>2013-11-24 12:50:00+01:00</c:v>
                </c:pt>
                <c:pt idx="3390">
                  <c:v>2013-11-24 13:00:00+01:00</c:v>
                </c:pt>
                <c:pt idx="3391">
                  <c:v>2013-11-24 13:10:00+01:00</c:v>
                </c:pt>
                <c:pt idx="3392">
                  <c:v>2013-11-24 13:20:00+01:00</c:v>
                </c:pt>
                <c:pt idx="3393">
                  <c:v>2013-11-24 13:30:00+01:00</c:v>
                </c:pt>
                <c:pt idx="3394">
                  <c:v>2013-11-24 13:40:00+01:00</c:v>
                </c:pt>
                <c:pt idx="3395">
                  <c:v>2013-11-24 13:50:00+01:00</c:v>
                </c:pt>
                <c:pt idx="3396">
                  <c:v>2013-11-24 14:00:00+01:00</c:v>
                </c:pt>
                <c:pt idx="3397">
                  <c:v>2013-11-24 14:10:00+01:00</c:v>
                </c:pt>
                <c:pt idx="3398">
                  <c:v>2013-11-24 14:20:00+01:00</c:v>
                </c:pt>
                <c:pt idx="3399">
                  <c:v>2013-11-24 14:30:00+01:00</c:v>
                </c:pt>
                <c:pt idx="3400">
                  <c:v>2013-11-24 14:40:00+01:00</c:v>
                </c:pt>
                <c:pt idx="3401">
                  <c:v>2013-11-24 14:50:00+01:00</c:v>
                </c:pt>
                <c:pt idx="3402">
                  <c:v>2013-11-24 15:00:00+01:00</c:v>
                </c:pt>
                <c:pt idx="3403">
                  <c:v>2013-11-24 15:10:00+01:00</c:v>
                </c:pt>
                <c:pt idx="3404">
                  <c:v>2013-11-24 15:20:00+01:00</c:v>
                </c:pt>
                <c:pt idx="3405">
                  <c:v>2013-11-24 15:30:00+01:00</c:v>
                </c:pt>
                <c:pt idx="3406">
                  <c:v>2013-11-24 15:40:00+01:00</c:v>
                </c:pt>
                <c:pt idx="3407">
                  <c:v>2013-11-24 15:50:00+01:00</c:v>
                </c:pt>
                <c:pt idx="3408">
                  <c:v>2013-11-24 16:00:00+01:00</c:v>
                </c:pt>
                <c:pt idx="3409">
                  <c:v>2013-11-24 16:10:00+01:00</c:v>
                </c:pt>
                <c:pt idx="3410">
                  <c:v>2013-11-24 16:20:00+01:00</c:v>
                </c:pt>
                <c:pt idx="3411">
                  <c:v>2013-11-24 16:30:00+01:00</c:v>
                </c:pt>
                <c:pt idx="3412">
                  <c:v>2013-11-24 16:40:00+01:00</c:v>
                </c:pt>
                <c:pt idx="3413">
                  <c:v>2013-11-24 16:50:00+01:00</c:v>
                </c:pt>
                <c:pt idx="3414">
                  <c:v>2013-11-24 17:00:00+01:00</c:v>
                </c:pt>
                <c:pt idx="3415">
                  <c:v>2013-11-24 17:10:00+01:00</c:v>
                </c:pt>
                <c:pt idx="3416">
                  <c:v>2013-11-24 17:20:00+01:00</c:v>
                </c:pt>
                <c:pt idx="3417">
                  <c:v>2013-11-24 17:30:00+01:00</c:v>
                </c:pt>
                <c:pt idx="3418">
                  <c:v>2013-11-24 17:40:00+01:00</c:v>
                </c:pt>
                <c:pt idx="3419">
                  <c:v>2013-11-24 17:50:00+01:00</c:v>
                </c:pt>
                <c:pt idx="3420">
                  <c:v>2013-11-24 18:00:00+01:00</c:v>
                </c:pt>
                <c:pt idx="3421">
                  <c:v>2013-11-24 18:10:00+01:00</c:v>
                </c:pt>
                <c:pt idx="3422">
                  <c:v>2013-11-24 18:20:00+01:00</c:v>
                </c:pt>
                <c:pt idx="3423">
                  <c:v>2013-11-24 18:30:00+01:00</c:v>
                </c:pt>
                <c:pt idx="3424">
                  <c:v>2013-11-24 18:40:00+01:00</c:v>
                </c:pt>
                <c:pt idx="3425">
                  <c:v>2013-11-24 18:50:00+01:00</c:v>
                </c:pt>
                <c:pt idx="3426">
                  <c:v>2013-11-24 19:00:00+01:00</c:v>
                </c:pt>
                <c:pt idx="3427">
                  <c:v>2013-11-24 19:10:00+01:00</c:v>
                </c:pt>
                <c:pt idx="3428">
                  <c:v>2013-11-24 19:20:00+01:00</c:v>
                </c:pt>
                <c:pt idx="3429">
                  <c:v>2013-11-24 19:30:00+01:00</c:v>
                </c:pt>
                <c:pt idx="3430">
                  <c:v>2013-11-24 19:40:00+01:00</c:v>
                </c:pt>
                <c:pt idx="3431">
                  <c:v>2013-11-24 19:50:00+01:00</c:v>
                </c:pt>
                <c:pt idx="3432">
                  <c:v>2013-11-24 20:00:00+01:00</c:v>
                </c:pt>
                <c:pt idx="3433">
                  <c:v>2013-11-24 20:10:00+01:00</c:v>
                </c:pt>
                <c:pt idx="3434">
                  <c:v>2013-11-24 20:20:00+01:00</c:v>
                </c:pt>
                <c:pt idx="3435">
                  <c:v>2013-11-24 20:30:00+01:00</c:v>
                </c:pt>
                <c:pt idx="3436">
                  <c:v>2013-11-24 20:40:00+01:00</c:v>
                </c:pt>
                <c:pt idx="3437">
                  <c:v>2013-11-24 20:50:00+01:00</c:v>
                </c:pt>
                <c:pt idx="3438">
                  <c:v>2013-11-24 21:00:00+01:00</c:v>
                </c:pt>
                <c:pt idx="3439">
                  <c:v>2013-11-24 21:10:00+01:00</c:v>
                </c:pt>
                <c:pt idx="3440">
                  <c:v>2013-11-24 21:20:00+01:00</c:v>
                </c:pt>
                <c:pt idx="3441">
                  <c:v>2013-11-24 21:30:00+01:00</c:v>
                </c:pt>
                <c:pt idx="3442">
                  <c:v>2013-11-24 21:40:00+01:00</c:v>
                </c:pt>
                <c:pt idx="3443">
                  <c:v>2013-11-24 21:50:00+01:00</c:v>
                </c:pt>
                <c:pt idx="3444">
                  <c:v>2013-11-24 22:00:00+01:00</c:v>
                </c:pt>
                <c:pt idx="3445">
                  <c:v>2013-11-24 22:10:00+01:00</c:v>
                </c:pt>
                <c:pt idx="3446">
                  <c:v>2013-11-24 22:20:00+01:00</c:v>
                </c:pt>
                <c:pt idx="3447">
                  <c:v>2013-11-24 22:30:00+01:00</c:v>
                </c:pt>
                <c:pt idx="3448">
                  <c:v>2013-11-24 22:40:00+01:00</c:v>
                </c:pt>
                <c:pt idx="3449">
                  <c:v>2013-11-24 22:50:00+01:00</c:v>
                </c:pt>
                <c:pt idx="3450">
                  <c:v>2013-11-24 23:00:00+01:00</c:v>
                </c:pt>
                <c:pt idx="3451">
                  <c:v>2013-11-24 23:10:00+01:00</c:v>
                </c:pt>
                <c:pt idx="3452">
                  <c:v>2013-11-24 23:20:00+01:00</c:v>
                </c:pt>
                <c:pt idx="3453">
                  <c:v>2013-11-24 23:30:00+01:00</c:v>
                </c:pt>
                <c:pt idx="3454">
                  <c:v>2013-11-24 23:40:00+01:00</c:v>
                </c:pt>
                <c:pt idx="3455">
                  <c:v>2013-11-24 23:50:00+01:00</c:v>
                </c:pt>
                <c:pt idx="3456">
                  <c:v>2013-11-25 00:00:00+01:00</c:v>
                </c:pt>
                <c:pt idx="3457">
                  <c:v>2013-11-25 00:10:00+01:00</c:v>
                </c:pt>
                <c:pt idx="3458">
                  <c:v>2013-11-25 00:20:00+01:00</c:v>
                </c:pt>
                <c:pt idx="3459">
                  <c:v>2013-11-25 00:30:00+01:00</c:v>
                </c:pt>
                <c:pt idx="3460">
                  <c:v>2013-11-25 00:40:00+01:00</c:v>
                </c:pt>
                <c:pt idx="3461">
                  <c:v>2013-11-25 00:50:00+01:00</c:v>
                </c:pt>
                <c:pt idx="3462">
                  <c:v>2013-11-25 01:00:00+01:00</c:v>
                </c:pt>
                <c:pt idx="3463">
                  <c:v>2013-11-25 01:10:00+01:00</c:v>
                </c:pt>
                <c:pt idx="3464">
                  <c:v>2013-11-25 01:20:00+01:00</c:v>
                </c:pt>
                <c:pt idx="3465">
                  <c:v>2013-11-25 01:30:00+01:00</c:v>
                </c:pt>
                <c:pt idx="3466">
                  <c:v>2013-11-25 01:40:00+01:00</c:v>
                </c:pt>
                <c:pt idx="3467">
                  <c:v>2013-11-25 01:50:00+01:00</c:v>
                </c:pt>
                <c:pt idx="3468">
                  <c:v>2013-11-25 02:00:00+01:00</c:v>
                </c:pt>
                <c:pt idx="3469">
                  <c:v>2013-11-25 02:10:00+01:00</c:v>
                </c:pt>
                <c:pt idx="3470">
                  <c:v>2013-11-25 02:20:00+01:00</c:v>
                </c:pt>
                <c:pt idx="3471">
                  <c:v>2013-11-25 02:30:00+01:00</c:v>
                </c:pt>
                <c:pt idx="3472">
                  <c:v>2013-11-25 02:40:00+01:00</c:v>
                </c:pt>
                <c:pt idx="3473">
                  <c:v>2013-11-25 02:50:00+01:00</c:v>
                </c:pt>
                <c:pt idx="3474">
                  <c:v>2013-11-25 03:00:00+01:00</c:v>
                </c:pt>
                <c:pt idx="3475">
                  <c:v>2013-11-25 03:10:00+01:00</c:v>
                </c:pt>
                <c:pt idx="3476">
                  <c:v>2013-11-25 03:20:00+01:00</c:v>
                </c:pt>
                <c:pt idx="3477">
                  <c:v>2013-11-25 03:30:00+01:00</c:v>
                </c:pt>
                <c:pt idx="3478">
                  <c:v>2013-11-25 03:40:00+01:00</c:v>
                </c:pt>
                <c:pt idx="3479">
                  <c:v>2013-11-25 03:50:00+01:00</c:v>
                </c:pt>
                <c:pt idx="3480">
                  <c:v>2013-11-25 04:00:00+01:00</c:v>
                </c:pt>
                <c:pt idx="3481">
                  <c:v>2013-11-25 04:10:00+01:00</c:v>
                </c:pt>
                <c:pt idx="3482">
                  <c:v>2013-11-25 04:20:00+01:00</c:v>
                </c:pt>
                <c:pt idx="3483">
                  <c:v>2013-11-25 04:30:00+01:00</c:v>
                </c:pt>
                <c:pt idx="3484">
                  <c:v>2013-11-25 04:40:00+01:00</c:v>
                </c:pt>
                <c:pt idx="3485">
                  <c:v>2013-11-25 04:50:00+01:00</c:v>
                </c:pt>
                <c:pt idx="3486">
                  <c:v>2013-11-25 05:00:00+01:00</c:v>
                </c:pt>
                <c:pt idx="3487">
                  <c:v>2013-11-25 05:10:00+01:00</c:v>
                </c:pt>
                <c:pt idx="3488">
                  <c:v>2013-11-25 05:20:00+01:00</c:v>
                </c:pt>
                <c:pt idx="3489">
                  <c:v>2013-11-25 05:30:00+01:00</c:v>
                </c:pt>
                <c:pt idx="3490">
                  <c:v>2013-11-25 05:40:00+01:00</c:v>
                </c:pt>
                <c:pt idx="3491">
                  <c:v>2013-11-25 05:50:00+01:00</c:v>
                </c:pt>
                <c:pt idx="3492">
                  <c:v>2013-11-25 06:00:00+01:00</c:v>
                </c:pt>
                <c:pt idx="3493">
                  <c:v>2013-11-25 06:10:00+01:00</c:v>
                </c:pt>
                <c:pt idx="3494">
                  <c:v>2013-11-25 06:20:00+01:00</c:v>
                </c:pt>
                <c:pt idx="3495">
                  <c:v>2013-11-25 06:30:00+01:00</c:v>
                </c:pt>
                <c:pt idx="3496">
                  <c:v>2013-11-25 06:40:00+01:00</c:v>
                </c:pt>
                <c:pt idx="3497">
                  <c:v>2013-11-25 06:50:00+01:00</c:v>
                </c:pt>
                <c:pt idx="3498">
                  <c:v>2013-11-25 07:00:00+01:00</c:v>
                </c:pt>
                <c:pt idx="3499">
                  <c:v>2013-11-25 07:10:00+01:00</c:v>
                </c:pt>
                <c:pt idx="3500">
                  <c:v>2013-11-25 07:20:00+01:00</c:v>
                </c:pt>
                <c:pt idx="3501">
                  <c:v>2013-11-25 07:30:00+01:00</c:v>
                </c:pt>
                <c:pt idx="3502">
                  <c:v>2013-11-25 07:40:00+01:00</c:v>
                </c:pt>
                <c:pt idx="3503">
                  <c:v>2013-11-25 07:50:00+01:00</c:v>
                </c:pt>
                <c:pt idx="3504">
                  <c:v>2013-11-25 08:00:00+01:00</c:v>
                </c:pt>
                <c:pt idx="3505">
                  <c:v>2013-11-25 08:10:00+01:00</c:v>
                </c:pt>
                <c:pt idx="3506">
                  <c:v>2013-11-25 08:20:00+01:00</c:v>
                </c:pt>
                <c:pt idx="3507">
                  <c:v>2013-11-25 08:30:00+01:00</c:v>
                </c:pt>
                <c:pt idx="3508">
                  <c:v>2013-11-25 08:40:00+01:00</c:v>
                </c:pt>
                <c:pt idx="3509">
                  <c:v>2013-11-25 08:50:00+01:00</c:v>
                </c:pt>
                <c:pt idx="3510">
                  <c:v>2013-11-25 09:00:00+01:00</c:v>
                </c:pt>
                <c:pt idx="3511">
                  <c:v>2013-11-25 09:10:00+01:00</c:v>
                </c:pt>
                <c:pt idx="3512">
                  <c:v>2013-11-25 09:20:00+01:00</c:v>
                </c:pt>
                <c:pt idx="3513">
                  <c:v>2013-11-25 09:30:00+01:00</c:v>
                </c:pt>
                <c:pt idx="3514">
                  <c:v>2013-11-25 09:40:00+01:00</c:v>
                </c:pt>
                <c:pt idx="3515">
                  <c:v>2013-11-25 09:50:00+01:00</c:v>
                </c:pt>
                <c:pt idx="3516">
                  <c:v>2013-11-25 10:00:00+01:00</c:v>
                </c:pt>
                <c:pt idx="3517">
                  <c:v>2013-11-25 10:10:00+01:00</c:v>
                </c:pt>
                <c:pt idx="3518">
                  <c:v>2013-11-25 10:20:00+01:00</c:v>
                </c:pt>
                <c:pt idx="3519">
                  <c:v>2013-11-25 10:30:00+01:00</c:v>
                </c:pt>
                <c:pt idx="3520">
                  <c:v>2013-11-25 10:40:00+01:00</c:v>
                </c:pt>
                <c:pt idx="3521">
                  <c:v>2013-11-25 10:50:00+01:00</c:v>
                </c:pt>
                <c:pt idx="3522">
                  <c:v>2013-11-25 11:00:00+01:00</c:v>
                </c:pt>
                <c:pt idx="3523">
                  <c:v>2013-11-25 11:10:00+01:00</c:v>
                </c:pt>
                <c:pt idx="3524">
                  <c:v>2013-11-25 11:20:00+01:00</c:v>
                </c:pt>
                <c:pt idx="3525">
                  <c:v>2013-11-25 11:30:00+01:00</c:v>
                </c:pt>
                <c:pt idx="3526">
                  <c:v>2013-11-25 11:40:00+01:00</c:v>
                </c:pt>
                <c:pt idx="3527">
                  <c:v>2013-11-25 11:50:00+01:00</c:v>
                </c:pt>
                <c:pt idx="3528">
                  <c:v>2013-11-25 12:00:00+01:00</c:v>
                </c:pt>
                <c:pt idx="3529">
                  <c:v>2013-11-25 12:10:00+01:00</c:v>
                </c:pt>
                <c:pt idx="3530">
                  <c:v>2013-11-25 12:20:00+01:00</c:v>
                </c:pt>
                <c:pt idx="3531">
                  <c:v>2013-11-25 12:30:00+01:00</c:v>
                </c:pt>
                <c:pt idx="3532">
                  <c:v>2013-11-25 12:40:00+01:00</c:v>
                </c:pt>
                <c:pt idx="3533">
                  <c:v>2013-11-25 12:50:00+01:00</c:v>
                </c:pt>
                <c:pt idx="3534">
                  <c:v>2013-11-25 13:00:00+01:00</c:v>
                </c:pt>
                <c:pt idx="3535">
                  <c:v>2013-11-25 13:10:00+01:00</c:v>
                </c:pt>
                <c:pt idx="3536">
                  <c:v>2013-11-25 13:20:00+01:00</c:v>
                </c:pt>
                <c:pt idx="3537">
                  <c:v>2013-11-25 13:30:00+01:00</c:v>
                </c:pt>
                <c:pt idx="3538">
                  <c:v>2013-11-25 13:40:00+01:00</c:v>
                </c:pt>
                <c:pt idx="3539">
                  <c:v>2013-11-25 13:50:00+01:00</c:v>
                </c:pt>
                <c:pt idx="3540">
                  <c:v>2013-11-25 14:00:00+01:00</c:v>
                </c:pt>
                <c:pt idx="3541">
                  <c:v>2013-11-25 14:10:00+01:00</c:v>
                </c:pt>
                <c:pt idx="3542">
                  <c:v>2013-11-25 14:20:00+01:00</c:v>
                </c:pt>
                <c:pt idx="3543">
                  <c:v>2013-11-25 14:30:00+01:00</c:v>
                </c:pt>
                <c:pt idx="3544">
                  <c:v>2013-11-25 14:40:00+01:00</c:v>
                </c:pt>
                <c:pt idx="3545">
                  <c:v>2013-11-25 14:50:00+01:00</c:v>
                </c:pt>
                <c:pt idx="3546">
                  <c:v>2013-11-25 15:00:00+01:00</c:v>
                </c:pt>
                <c:pt idx="3547">
                  <c:v>2013-11-25 15:10:00+01:00</c:v>
                </c:pt>
                <c:pt idx="3548">
                  <c:v>2013-11-25 15:20:00+01:00</c:v>
                </c:pt>
                <c:pt idx="3549">
                  <c:v>2013-11-25 15:30:00+01:00</c:v>
                </c:pt>
                <c:pt idx="3550">
                  <c:v>2013-11-25 15:40:00+01:00</c:v>
                </c:pt>
                <c:pt idx="3551">
                  <c:v>2013-11-25 15:50:00+01:00</c:v>
                </c:pt>
                <c:pt idx="3552">
                  <c:v>2013-11-25 16:00:00+01:00</c:v>
                </c:pt>
                <c:pt idx="3553">
                  <c:v>2013-11-25 16:10:00+01:00</c:v>
                </c:pt>
                <c:pt idx="3554">
                  <c:v>2013-11-25 16:20:00+01:00</c:v>
                </c:pt>
                <c:pt idx="3555">
                  <c:v>2013-11-25 16:30:00+01:00</c:v>
                </c:pt>
                <c:pt idx="3556">
                  <c:v>2013-11-25 16:40:00+01:00</c:v>
                </c:pt>
                <c:pt idx="3557">
                  <c:v>2013-11-25 16:50:00+01:00</c:v>
                </c:pt>
                <c:pt idx="3558">
                  <c:v>2013-11-25 17:00:00+01:00</c:v>
                </c:pt>
                <c:pt idx="3559">
                  <c:v>2013-11-25 17:10:00+01:00</c:v>
                </c:pt>
                <c:pt idx="3560">
                  <c:v>2013-11-25 17:20:00+01:00</c:v>
                </c:pt>
                <c:pt idx="3561">
                  <c:v>2013-11-25 17:30:00+01:00</c:v>
                </c:pt>
                <c:pt idx="3562">
                  <c:v>2013-11-25 17:40:00+01:00</c:v>
                </c:pt>
                <c:pt idx="3563">
                  <c:v>2013-11-25 17:50:00+01:00</c:v>
                </c:pt>
                <c:pt idx="3564">
                  <c:v>2013-11-25 18:00:00+01:00</c:v>
                </c:pt>
                <c:pt idx="3565">
                  <c:v>2013-11-25 18:10:00+01:00</c:v>
                </c:pt>
                <c:pt idx="3566">
                  <c:v>2013-11-25 18:20:00+01:00</c:v>
                </c:pt>
                <c:pt idx="3567">
                  <c:v>2013-11-25 18:30:00+01:00</c:v>
                </c:pt>
                <c:pt idx="3568">
                  <c:v>2013-11-25 18:40:00+01:00</c:v>
                </c:pt>
                <c:pt idx="3569">
                  <c:v>2013-11-25 18:50:00+01:00</c:v>
                </c:pt>
                <c:pt idx="3570">
                  <c:v>2013-11-25 19:00:00+01:00</c:v>
                </c:pt>
                <c:pt idx="3571">
                  <c:v>2013-11-25 19:10:00+01:00</c:v>
                </c:pt>
                <c:pt idx="3572">
                  <c:v>2013-11-25 19:20:00+01:00</c:v>
                </c:pt>
                <c:pt idx="3573">
                  <c:v>2013-11-25 19:30:00+01:00</c:v>
                </c:pt>
                <c:pt idx="3574">
                  <c:v>2013-11-25 19:40:00+01:00</c:v>
                </c:pt>
                <c:pt idx="3575">
                  <c:v>2013-11-25 19:50:00+01:00</c:v>
                </c:pt>
                <c:pt idx="3576">
                  <c:v>2013-11-25 20:00:00+01:00</c:v>
                </c:pt>
                <c:pt idx="3577">
                  <c:v>2013-11-25 20:10:00+01:00</c:v>
                </c:pt>
                <c:pt idx="3578">
                  <c:v>2013-11-25 20:20:00+01:00</c:v>
                </c:pt>
                <c:pt idx="3579">
                  <c:v>2013-11-25 20:30:00+01:00</c:v>
                </c:pt>
                <c:pt idx="3580">
                  <c:v>2013-11-25 20:40:00+01:00</c:v>
                </c:pt>
                <c:pt idx="3581">
                  <c:v>2013-11-25 20:50:00+01:00</c:v>
                </c:pt>
                <c:pt idx="3582">
                  <c:v>2013-11-25 21:00:00+01:00</c:v>
                </c:pt>
                <c:pt idx="3583">
                  <c:v>2013-11-25 21:10:00+01:00</c:v>
                </c:pt>
                <c:pt idx="3584">
                  <c:v>2013-11-25 21:20:00+01:00</c:v>
                </c:pt>
                <c:pt idx="3585">
                  <c:v>2013-11-25 21:30:00+01:00</c:v>
                </c:pt>
                <c:pt idx="3586">
                  <c:v>2013-11-25 21:40:00+01:00</c:v>
                </c:pt>
                <c:pt idx="3587">
                  <c:v>2013-11-25 21:50:00+01:00</c:v>
                </c:pt>
                <c:pt idx="3588">
                  <c:v>2013-11-25 22:00:00+01:00</c:v>
                </c:pt>
                <c:pt idx="3589">
                  <c:v>2013-11-25 22:10:00+01:00</c:v>
                </c:pt>
                <c:pt idx="3590">
                  <c:v>2013-11-25 22:20:00+01:00</c:v>
                </c:pt>
                <c:pt idx="3591">
                  <c:v>2013-11-25 22:30:00+01:00</c:v>
                </c:pt>
                <c:pt idx="3592">
                  <c:v>2013-11-25 22:40:00+01:00</c:v>
                </c:pt>
                <c:pt idx="3593">
                  <c:v>2013-11-25 22:50:00+01:00</c:v>
                </c:pt>
                <c:pt idx="3594">
                  <c:v>2013-11-25 23:00:00+01:00</c:v>
                </c:pt>
                <c:pt idx="3595">
                  <c:v>2013-11-25 23:10:00+01:00</c:v>
                </c:pt>
                <c:pt idx="3596">
                  <c:v>2013-11-25 23:20:00+01:00</c:v>
                </c:pt>
                <c:pt idx="3597">
                  <c:v>2013-11-25 23:30:00+01:00</c:v>
                </c:pt>
                <c:pt idx="3598">
                  <c:v>2013-11-25 23:40:00+01:00</c:v>
                </c:pt>
                <c:pt idx="3599">
                  <c:v>2013-11-25 23:50:00+01:00</c:v>
                </c:pt>
                <c:pt idx="3600">
                  <c:v>2013-11-26 00:00:00+01:00</c:v>
                </c:pt>
                <c:pt idx="3601">
                  <c:v>2013-11-26 00:10:00+01:00</c:v>
                </c:pt>
                <c:pt idx="3602">
                  <c:v>2013-11-26 00:20:00+01:00</c:v>
                </c:pt>
                <c:pt idx="3603">
                  <c:v>2013-11-26 00:30:00+01:00</c:v>
                </c:pt>
                <c:pt idx="3604">
                  <c:v>2013-11-26 00:40:00+01:00</c:v>
                </c:pt>
                <c:pt idx="3605">
                  <c:v>2013-11-26 00:50:00+01:00</c:v>
                </c:pt>
                <c:pt idx="3606">
                  <c:v>2013-11-26 01:00:00+01:00</c:v>
                </c:pt>
                <c:pt idx="3607">
                  <c:v>2013-11-26 01:10:00+01:00</c:v>
                </c:pt>
                <c:pt idx="3608">
                  <c:v>2013-11-26 01:20:00+01:00</c:v>
                </c:pt>
                <c:pt idx="3609">
                  <c:v>2013-11-26 01:30:00+01:00</c:v>
                </c:pt>
                <c:pt idx="3610">
                  <c:v>2013-11-26 01:40:00+01:00</c:v>
                </c:pt>
                <c:pt idx="3611">
                  <c:v>2013-11-26 01:50:00+01:00</c:v>
                </c:pt>
                <c:pt idx="3612">
                  <c:v>2013-11-26 02:00:00+01:00</c:v>
                </c:pt>
                <c:pt idx="3613">
                  <c:v>2013-11-26 02:10:00+01:00</c:v>
                </c:pt>
                <c:pt idx="3614">
                  <c:v>2013-11-26 02:20:00+01:00</c:v>
                </c:pt>
                <c:pt idx="3615">
                  <c:v>2013-11-26 02:30:00+01:00</c:v>
                </c:pt>
                <c:pt idx="3616">
                  <c:v>2013-11-26 02:40:00+01:00</c:v>
                </c:pt>
                <c:pt idx="3617">
                  <c:v>2013-11-26 02:50:00+01:00</c:v>
                </c:pt>
                <c:pt idx="3618">
                  <c:v>2013-11-26 03:00:00+01:00</c:v>
                </c:pt>
                <c:pt idx="3619">
                  <c:v>2013-11-26 03:10:00+01:00</c:v>
                </c:pt>
                <c:pt idx="3620">
                  <c:v>2013-11-26 03:20:00+01:00</c:v>
                </c:pt>
                <c:pt idx="3621">
                  <c:v>2013-11-26 03:30:00+01:00</c:v>
                </c:pt>
                <c:pt idx="3622">
                  <c:v>2013-11-26 03:40:00+01:00</c:v>
                </c:pt>
                <c:pt idx="3623">
                  <c:v>2013-11-26 03:50:00+01:00</c:v>
                </c:pt>
                <c:pt idx="3624">
                  <c:v>2013-11-26 04:00:00+01:00</c:v>
                </c:pt>
                <c:pt idx="3625">
                  <c:v>2013-11-26 04:10:00+01:00</c:v>
                </c:pt>
                <c:pt idx="3626">
                  <c:v>2013-11-26 04:20:00+01:00</c:v>
                </c:pt>
                <c:pt idx="3627">
                  <c:v>2013-11-26 04:30:00+01:00</c:v>
                </c:pt>
                <c:pt idx="3628">
                  <c:v>2013-11-26 04:40:00+01:00</c:v>
                </c:pt>
                <c:pt idx="3629">
                  <c:v>2013-11-26 04:50:00+01:00</c:v>
                </c:pt>
                <c:pt idx="3630">
                  <c:v>2013-11-26 05:00:00+01:00</c:v>
                </c:pt>
                <c:pt idx="3631">
                  <c:v>2013-11-26 05:10:00+01:00</c:v>
                </c:pt>
                <c:pt idx="3632">
                  <c:v>2013-11-26 05:20:00+01:00</c:v>
                </c:pt>
                <c:pt idx="3633">
                  <c:v>2013-11-26 05:30:00+01:00</c:v>
                </c:pt>
                <c:pt idx="3634">
                  <c:v>2013-11-26 05:40:00+01:00</c:v>
                </c:pt>
                <c:pt idx="3635">
                  <c:v>2013-11-26 05:50:00+01:00</c:v>
                </c:pt>
                <c:pt idx="3636">
                  <c:v>2013-11-26 06:00:00+01:00</c:v>
                </c:pt>
                <c:pt idx="3637">
                  <c:v>2013-11-26 06:10:00+01:00</c:v>
                </c:pt>
                <c:pt idx="3638">
                  <c:v>2013-11-26 06:20:00+01:00</c:v>
                </c:pt>
                <c:pt idx="3639">
                  <c:v>2013-11-26 06:30:00+01:00</c:v>
                </c:pt>
                <c:pt idx="3640">
                  <c:v>2013-11-26 06:40:00+01:00</c:v>
                </c:pt>
                <c:pt idx="3641">
                  <c:v>2013-11-26 06:50:00+01:00</c:v>
                </c:pt>
                <c:pt idx="3642">
                  <c:v>2013-11-26 07:00:00+01:00</c:v>
                </c:pt>
                <c:pt idx="3643">
                  <c:v>2013-11-26 07:10:00+01:00</c:v>
                </c:pt>
                <c:pt idx="3644">
                  <c:v>2013-11-26 07:20:00+01:00</c:v>
                </c:pt>
                <c:pt idx="3645">
                  <c:v>2013-11-26 07:30:00+01:00</c:v>
                </c:pt>
                <c:pt idx="3646">
                  <c:v>2013-11-26 07:40:00+01:00</c:v>
                </c:pt>
                <c:pt idx="3647">
                  <c:v>2013-11-26 07:50:00+01:00</c:v>
                </c:pt>
                <c:pt idx="3648">
                  <c:v>2013-11-26 08:00:00+01:00</c:v>
                </c:pt>
                <c:pt idx="3649">
                  <c:v>2013-11-26 08:10:00+01:00</c:v>
                </c:pt>
                <c:pt idx="3650">
                  <c:v>2013-11-26 08:20:00+01:00</c:v>
                </c:pt>
                <c:pt idx="3651">
                  <c:v>2013-11-26 08:30:00+01:00</c:v>
                </c:pt>
                <c:pt idx="3652">
                  <c:v>2013-11-26 08:40:00+01:00</c:v>
                </c:pt>
                <c:pt idx="3653">
                  <c:v>2013-11-26 08:50:00+01:00</c:v>
                </c:pt>
                <c:pt idx="3654">
                  <c:v>2013-11-26 09:00:00+01:00</c:v>
                </c:pt>
                <c:pt idx="3655">
                  <c:v>2013-11-26 09:10:00+01:00</c:v>
                </c:pt>
                <c:pt idx="3656">
                  <c:v>2013-11-26 09:20:00+01:00</c:v>
                </c:pt>
                <c:pt idx="3657">
                  <c:v>2013-11-26 09:30:00+01:00</c:v>
                </c:pt>
                <c:pt idx="3658">
                  <c:v>2013-11-26 09:40:00+01:00</c:v>
                </c:pt>
                <c:pt idx="3659">
                  <c:v>2013-11-26 09:50:00+01:00</c:v>
                </c:pt>
                <c:pt idx="3660">
                  <c:v>2013-11-26 10:00:00+01:00</c:v>
                </c:pt>
                <c:pt idx="3661">
                  <c:v>2013-11-26 10:10:00+01:00</c:v>
                </c:pt>
                <c:pt idx="3662">
                  <c:v>2013-11-26 10:20:00+01:00</c:v>
                </c:pt>
                <c:pt idx="3663">
                  <c:v>2013-11-26 10:30:00+01:00</c:v>
                </c:pt>
                <c:pt idx="3664">
                  <c:v>2013-11-26 10:40:00+01:00</c:v>
                </c:pt>
                <c:pt idx="3665">
                  <c:v>2013-11-26 10:50:00+01:00</c:v>
                </c:pt>
                <c:pt idx="3666">
                  <c:v>2013-11-26 11:00:00+01:00</c:v>
                </c:pt>
                <c:pt idx="3667">
                  <c:v>2013-11-26 11:10:00+01:00</c:v>
                </c:pt>
                <c:pt idx="3668">
                  <c:v>2013-11-26 11:20:00+01:00</c:v>
                </c:pt>
                <c:pt idx="3669">
                  <c:v>2013-11-26 11:30:00+01:00</c:v>
                </c:pt>
                <c:pt idx="3670">
                  <c:v>2013-11-26 11:40:00+01:00</c:v>
                </c:pt>
                <c:pt idx="3671">
                  <c:v>2013-11-26 11:50:00+01:00</c:v>
                </c:pt>
                <c:pt idx="3672">
                  <c:v>2013-11-26 12:00:00+01:00</c:v>
                </c:pt>
                <c:pt idx="3673">
                  <c:v>2013-11-26 12:10:00+01:00</c:v>
                </c:pt>
                <c:pt idx="3674">
                  <c:v>2013-11-26 12:20:00+01:00</c:v>
                </c:pt>
                <c:pt idx="3675">
                  <c:v>2013-11-26 12:30:00+01:00</c:v>
                </c:pt>
                <c:pt idx="3676">
                  <c:v>2013-11-26 12:40:00+01:00</c:v>
                </c:pt>
                <c:pt idx="3677">
                  <c:v>2013-11-26 12:50:00+01:00</c:v>
                </c:pt>
                <c:pt idx="3678">
                  <c:v>2013-11-26 13:00:00+01:00</c:v>
                </c:pt>
                <c:pt idx="3679">
                  <c:v>2013-11-26 13:10:00+01:00</c:v>
                </c:pt>
                <c:pt idx="3680">
                  <c:v>2013-11-26 13:20:00+01:00</c:v>
                </c:pt>
                <c:pt idx="3681">
                  <c:v>2013-11-26 13:30:00+01:00</c:v>
                </c:pt>
                <c:pt idx="3682">
                  <c:v>2013-11-26 13:40:00+01:00</c:v>
                </c:pt>
                <c:pt idx="3683">
                  <c:v>2013-11-26 13:50:00+01:00</c:v>
                </c:pt>
                <c:pt idx="3684">
                  <c:v>2013-11-26 14:00:00+01:00</c:v>
                </c:pt>
                <c:pt idx="3685">
                  <c:v>2013-11-26 14:10:00+01:00</c:v>
                </c:pt>
                <c:pt idx="3686">
                  <c:v>2013-11-26 14:20:00+01:00</c:v>
                </c:pt>
                <c:pt idx="3687">
                  <c:v>2013-11-26 14:30:00+01:00</c:v>
                </c:pt>
                <c:pt idx="3688">
                  <c:v>2013-11-26 14:40:00+01:00</c:v>
                </c:pt>
                <c:pt idx="3689">
                  <c:v>2013-11-26 14:50:00+01:00</c:v>
                </c:pt>
                <c:pt idx="3690">
                  <c:v>2013-11-26 15:00:00+01:00</c:v>
                </c:pt>
                <c:pt idx="3691">
                  <c:v>2013-11-26 15:10:00+01:00</c:v>
                </c:pt>
                <c:pt idx="3692">
                  <c:v>2013-11-26 15:20:00+01:00</c:v>
                </c:pt>
                <c:pt idx="3693">
                  <c:v>2013-11-26 15:30:00+01:00</c:v>
                </c:pt>
                <c:pt idx="3694">
                  <c:v>2013-11-26 15:40:00+01:00</c:v>
                </c:pt>
                <c:pt idx="3695">
                  <c:v>2013-11-26 15:50:00+01:00</c:v>
                </c:pt>
                <c:pt idx="3696">
                  <c:v>2013-11-26 16:00:00+01:00</c:v>
                </c:pt>
                <c:pt idx="3697">
                  <c:v>2013-11-26 16:10:00+01:00</c:v>
                </c:pt>
                <c:pt idx="3698">
                  <c:v>2013-11-26 16:20:00+01:00</c:v>
                </c:pt>
                <c:pt idx="3699">
                  <c:v>2013-11-26 16:30:00+01:00</c:v>
                </c:pt>
                <c:pt idx="3700">
                  <c:v>2013-11-26 16:40:00+01:00</c:v>
                </c:pt>
                <c:pt idx="3701">
                  <c:v>2013-11-26 16:50:00+01:00</c:v>
                </c:pt>
                <c:pt idx="3702">
                  <c:v>2013-11-26 17:00:00+01:00</c:v>
                </c:pt>
                <c:pt idx="3703">
                  <c:v>2013-11-26 17:10:00+01:00</c:v>
                </c:pt>
                <c:pt idx="3704">
                  <c:v>2013-11-26 17:20:00+01:00</c:v>
                </c:pt>
                <c:pt idx="3705">
                  <c:v>2013-11-26 17:30:00+01:00</c:v>
                </c:pt>
                <c:pt idx="3706">
                  <c:v>2013-11-26 17:40:00+01:00</c:v>
                </c:pt>
                <c:pt idx="3707">
                  <c:v>2013-11-26 17:50:00+01:00</c:v>
                </c:pt>
                <c:pt idx="3708">
                  <c:v>2013-11-26 18:00:00+01:00</c:v>
                </c:pt>
                <c:pt idx="3709">
                  <c:v>2013-11-26 18:10:00+01:00</c:v>
                </c:pt>
                <c:pt idx="3710">
                  <c:v>2013-11-26 18:20:00+01:00</c:v>
                </c:pt>
                <c:pt idx="3711">
                  <c:v>2013-11-26 18:30:00+01:00</c:v>
                </c:pt>
                <c:pt idx="3712">
                  <c:v>2013-11-26 18:40:00+01:00</c:v>
                </c:pt>
                <c:pt idx="3713">
                  <c:v>2013-11-26 18:50:00+01:00</c:v>
                </c:pt>
                <c:pt idx="3714">
                  <c:v>2013-11-26 19:00:00+01:00</c:v>
                </c:pt>
                <c:pt idx="3715">
                  <c:v>2013-11-26 19:10:00+01:00</c:v>
                </c:pt>
                <c:pt idx="3716">
                  <c:v>2013-11-26 19:20:00+01:00</c:v>
                </c:pt>
                <c:pt idx="3717">
                  <c:v>2013-11-26 19:30:00+01:00</c:v>
                </c:pt>
                <c:pt idx="3718">
                  <c:v>2013-11-26 19:40:00+01:00</c:v>
                </c:pt>
                <c:pt idx="3719">
                  <c:v>2013-11-26 19:50:00+01:00</c:v>
                </c:pt>
                <c:pt idx="3720">
                  <c:v>2013-11-26 20:00:00+01:00</c:v>
                </c:pt>
                <c:pt idx="3721">
                  <c:v>2013-11-26 20:10:00+01:00</c:v>
                </c:pt>
                <c:pt idx="3722">
                  <c:v>2013-11-26 20:20:00+01:00</c:v>
                </c:pt>
                <c:pt idx="3723">
                  <c:v>2013-11-26 20:30:00+01:00</c:v>
                </c:pt>
                <c:pt idx="3724">
                  <c:v>2013-11-26 20:40:00+01:00</c:v>
                </c:pt>
                <c:pt idx="3725">
                  <c:v>2013-11-26 20:50:00+01:00</c:v>
                </c:pt>
                <c:pt idx="3726">
                  <c:v>2013-11-26 21:00:00+01:00</c:v>
                </c:pt>
                <c:pt idx="3727">
                  <c:v>2013-11-26 21:10:00+01:00</c:v>
                </c:pt>
                <c:pt idx="3728">
                  <c:v>2013-11-26 21:20:00+01:00</c:v>
                </c:pt>
                <c:pt idx="3729">
                  <c:v>2013-11-26 21:30:00+01:00</c:v>
                </c:pt>
                <c:pt idx="3730">
                  <c:v>2013-11-26 21:40:00+01:00</c:v>
                </c:pt>
                <c:pt idx="3731">
                  <c:v>2013-11-26 21:50:00+01:00</c:v>
                </c:pt>
                <c:pt idx="3732">
                  <c:v>2013-11-26 22:00:00+01:00</c:v>
                </c:pt>
                <c:pt idx="3733">
                  <c:v>2013-11-26 22:10:00+01:00</c:v>
                </c:pt>
                <c:pt idx="3734">
                  <c:v>2013-11-26 22:20:00+01:00</c:v>
                </c:pt>
                <c:pt idx="3735">
                  <c:v>2013-11-26 22:30:00+01:00</c:v>
                </c:pt>
                <c:pt idx="3736">
                  <c:v>2013-11-26 22:40:00+01:00</c:v>
                </c:pt>
                <c:pt idx="3737">
                  <c:v>2013-11-26 22:50:00+01:00</c:v>
                </c:pt>
                <c:pt idx="3738">
                  <c:v>2013-11-26 23:00:00+01:00</c:v>
                </c:pt>
                <c:pt idx="3739">
                  <c:v>2013-11-26 23:10:00+01:00</c:v>
                </c:pt>
                <c:pt idx="3740">
                  <c:v>2013-11-26 23:20:00+01:00</c:v>
                </c:pt>
                <c:pt idx="3741">
                  <c:v>2013-11-26 23:30:00+01:00</c:v>
                </c:pt>
                <c:pt idx="3742">
                  <c:v>2013-11-26 23:40:00+01:00</c:v>
                </c:pt>
                <c:pt idx="3743">
                  <c:v>2013-11-26 23:50:00+01:00</c:v>
                </c:pt>
                <c:pt idx="3744">
                  <c:v>2013-11-27 00:00:00+01:00</c:v>
                </c:pt>
                <c:pt idx="3745">
                  <c:v>2013-11-27 00:10:00+01:00</c:v>
                </c:pt>
                <c:pt idx="3746">
                  <c:v>2013-11-27 00:20:00+01:00</c:v>
                </c:pt>
                <c:pt idx="3747">
                  <c:v>2013-11-27 00:30:00+01:00</c:v>
                </c:pt>
                <c:pt idx="3748">
                  <c:v>2013-11-27 00:40:00+01:00</c:v>
                </c:pt>
                <c:pt idx="3749">
                  <c:v>2013-11-27 00:50:00+01:00</c:v>
                </c:pt>
                <c:pt idx="3750">
                  <c:v>2013-11-27 01:00:00+01:00</c:v>
                </c:pt>
                <c:pt idx="3751">
                  <c:v>2013-11-27 01:10:00+01:00</c:v>
                </c:pt>
                <c:pt idx="3752">
                  <c:v>2013-11-27 01:20:00+01:00</c:v>
                </c:pt>
                <c:pt idx="3753">
                  <c:v>2013-11-27 01:30:00+01:00</c:v>
                </c:pt>
                <c:pt idx="3754">
                  <c:v>2013-11-27 01:40:00+01:00</c:v>
                </c:pt>
                <c:pt idx="3755">
                  <c:v>2013-11-27 01:50:00+01:00</c:v>
                </c:pt>
                <c:pt idx="3756">
                  <c:v>2013-11-27 02:00:00+01:00</c:v>
                </c:pt>
                <c:pt idx="3757">
                  <c:v>2013-11-27 02:10:00+01:00</c:v>
                </c:pt>
                <c:pt idx="3758">
                  <c:v>2013-11-27 02:20:00+01:00</c:v>
                </c:pt>
                <c:pt idx="3759">
                  <c:v>2013-11-27 02:30:00+01:00</c:v>
                </c:pt>
                <c:pt idx="3760">
                  <c:v>2013-11-27 02:40:00+01:00</c:v>
                </c:pt>
                <c:pt idx="3761">
                  <c:v>2013-11-27 02:50:00+01:00</c:v>
                </c:pt>
                <c:pt idx="3762">
                  <c:v>2013-11-27 03:00:00+01:00</c:v>
                </c:pt>
                <c:pt idx="3763">
                  <c:v>2013-11-27 03:10:00+01:00</c:v>
                </c:pt>
                <c:pt idx="3764">
                  <c:v>2013-11-27 03:20:00+01:00</c:v>
                </c:pt>
                <c:pt idx="3765">
                  <c:v>2013-11-27 03:30:00+01:00</c:v>
                </c:pt>
                <c:pt idx="3766">
                  <c:v>2013-11-27 03:40:00+01:00</c:v>
                </c:pt>
                <c:pt idx="3767">
                  <c:v>2013-11-27 03:50:00+01:00</c:v>
                </c:pt>
                <c:pt idx="3768">
                  <c:v>2013-11-27 04:00:00+01:00</c:v>
                </c:pt>
                <c:pt idx="3769">
                  <c:v>2013-11-27 04:10:00+01:00</c:v>
                </c:pt>
                <c:pt idx="3770">
                  <c:v>2013-11-27 04:20:00+01:00</c:v>
                </c:pt>
                <c:pt idx="3771">
                  <c:v>2013-11-27 04:30:00+01:00</c:v>
                </c:pt>
                <c:pt idx="3772">
                  <c:v>2013-11-27 04:40:00+01:00</c:v>
                </c:pt>
                <c:pt idx="3773">
                  <c:v>2013-11-27 04:50:00+01:00</c:v>
                </c:pt>
                <c:pt idx="3774">
                  <c:v>2013-11-27 05:00:00+01:00</c:v>
                </c:pt>
                <c:pt idx="3775">
                  <c:v>2013-11-27 05:10:00+01:00</c:v>
                </c:pt>
                <c:pt idx="3776">
                  <c:v>2013-11-27 05:20:00+01:00</c:v>
                </c:pt>
                <c:pt idx="3777">
                  <c:v>2013-11-27 05:30:00+01:00</c:v>
                </c:pt>
                <c:pt idx="3778">
                  <c:v>2013-11-27 05:40:00+01:00</c:v>
                </c:pt>
                <c:pt idx="3779">
                  <c:v>2013-11-27 05:50:00+01:00</c:v>
                </c:pt>
                <c:pt idx="3780">
                  <c:v>2013-11-27 06:00:00+01:00</c:v>
                </c:pt>
                <c:pt idx="3781">
                  <c:v>2013-11-27 06:10:00+01:00</c:v>
                </c:pt>
                <c:pt idx="3782">
                  <c:v>2013-11-27 06:20:00+01:00</c:v>
                </c:pt>
                <c:pt idx="3783">
                  <c:v>2013-11-27 06:30:00+01:00</c:v>
                </c:pt>
                <c:pt idx="3784">
                  <c:v>2013-11-27 06:40:00+01:00</c:v>
                </c:pt>
                <c:pt idx="3785">
                  <c:v>2013-11-27 06:50:00+01:00</c:v>
                </c:pt>
                <c:pt idx="3786">
                  <c:v>2013-11-27 07:00:00+01:00</c:v>
                </c:pt>
                <c:pt idx="3787">
                  <c:v>2013-11-27 07:10:00+01:00</c:v>
                </c:pt>
                <c:pt idx="3788">
                  <c:v>2013-11-27 07:20:00+01:00</c:v>
                </c:pt>
                <c:pt idx="3789">
                  <c:v>2013-11-27 07:30:00+01:00</c:v>
                </c:pt>
                <c:pt idx="3790">
                  <c:v>2013-11-27 07:40:00+01:00</c:v>
                </c:pt>
                <c:pt idx="3791">
                  <c:v>2013-11-27 07:50:00+01:00</c:v>
                </c:pt>
                <c:pt idx="3792">
                  <c:v>2013-11-27 08:00:00+01:00</c:v>
                </c:pt>
                <c:pt idx="3793">
                  <c:v>2013-11-27 08:10:00+01:00</c:v>
                </c:pt>
                <c:pt idx="3794">
                  <c:v>2013-11-27 08:20:00+01:00</c:v>
                </c:pt>
                <c:pt idx="3795">
                  <c:v>2013-11-27 08:30:00+01:00</c:v>
                </c:pt>
                <c:pt idx="3796">
                  <c:v>2013-11-27 08:40:00+01:00</c:v>
                </c:pt>
                <c:pt idx="3797">
                  <c:v>2013-11-27 08:50:00+01:00</c:v>
                </c:pt>
                <c:pt idx="3798">
                  <c:v>2013-11-27 09:00:00+01:00</c:v>
                </c:pt>
                <c:pt idx="3799">
                  <c:v>2013-11-27 09:10:00+01:00</c:v>
                </c:pt>
                <c:pt idx="3800">
                  <c:v>2013-11-27 09:20:00+01:00</c:v>
                </c:pt>
                <c:pt idx="3801">
                  <c:v>2013-11-27 09:30:00+01:00</c:v>
                </c:pt>
                <c:pt idx="3802">
                  <c:v>2013-11-27 09:40:00+01:00</c:v>
                </c:pt>
                <c:pt idx="3803">
                  <c:v>2013-11-27 09:50:00+01:00</c:v>
                </c:pt>
                <c:pt idx="3804">
                  <c:v>2013-11-27 10:00:00+01:00</c:v>
                </c:pt>
                <c:pt idx="3805">
                  <c:v>2013-11-27 10:10:00+01:00</c:v>
                </c:pt>
                <c:pt idx="3806">
                  <c:v>2013-11-27 10:20:00+01:00</c:v>
                </c:pt>
                <c:pt idx="3807">
                  <c:v>2013-11-27 10:30:00+01:00</c:v>
                </c:pt>
                <c:pt idx="3808">
                  <c:v>2013-11-27 10:40:00+01:00</c:v>
                </c:pt>
                <c:pt idx="3809">
                  <c:v>2013-11-27 10:50:00+01:00</c:v>
                </c:pt>
                <c:pt idx="3810">
                  <c:v>2013-11-27 11:00:00+01:00</c:v>
                </c:pt>
                <c:pt idx="3811">
                  <c:v>2013-11-27 11:10:00+01:00</c:v>
                </c:pt>
                <c:pt idx="3812">
                  <c:v>2013-11-27 11:20:00+01:00</c:v>
                </c:pt>
                <c:pt idx="3813">
                  <c:v>2013-11-27 11:30:00+01:00</c:v>
                </c:pt>
                <c:pt idx="3814">
                  <c:v>2013-11-27 11:40:00+01:00</c:v>
                </c:pt>
                <c:pt idx="3815">
                  <c:v>2013-11-27 11:50:00+01:00</c:v>
                </c:pt>
                <c:pt idx="3816">
                  <c:v>2013-11-27 12:00:00+01:00</c:v>
                </c:pt>
                <c:pt idx="3817">
                  <c:v>2013-11-27 12:10:00+01:00</c:v>
                </c:pt>
                <c:pt idx="3818">
                  <c:v>2013-11-27 12:20:00+01:00</c:v>
                </c:pt>
                <c:pt idx="3819">
                  <c:v>2013-11-27 12:30:00+01:00</c:v>
                </c:pt>
                <c:pt idx="3820">
                  <c:v>2013-11-27 12:40:00+01:00</c:v>
                </c:pt>
                <c:pt idx="3821">
                  <c:v>2013-11-27 12:50:00+01:00</c:v>
                </c:pt>
                <c:pt idx="3822">
                  <c:v>2013-11-27 13:00:00+01:00</c:v>
                </c:pt>
                <c:pt idx="3823">
                  <c:v>2013-11-27 13:10:00+01:00</c:v>
                </c:pt>
                <c:pt idx="3824">
                  <c:v>2013-11-27 13:20:00+01:00</c:v>
                </c:pt>
                <c:pt idx="3825">
                  <c:v>2013-11-27 13:30:00+01:00</c:v>
                </c:pt>
                <c:pt idx="3826">
                  <c:v>2013-11-27 13:40:00+01:00</c:v>
                </c:pt>
                <c:pt idx="3827">
                  <c:v>2013-11-27 13:50:00+01:00</c:v>
                </c:pt>
                <c:pt idx="3828">
                  <c:v>2013-11-27 14:00:00+01:00</c:v>
                </c:pt>
                <c:pt idx="3829">
                  <c:v>2013-11-27 14:10:00+01:00</c:v>
                </c:pt>
                <c:pt idx="3830">
                  <c:v>2013-11-27 14:20:00+01:00</c:v>
                </c:pt>
                <c:pt idx="3831">
                  <c:v>2013-11-27 14:30:00+01:00</c:v>
                </c:pt>
                <c:pt idx="3832">
                  <c:v>2013-11-27 14:40:00+01:00</c:v>
                </c:pt>
                <c:pt idx="3833">
                  <c:v>2013-11-27 14:50:00+01:00</c:v>
                </c:pt>
                <c:pt idx="3834">
                  <c:v>2013-11-27 15:00:00+01:00</c:v>
                </c:pt>
                <c:pt idx="3835">
                  <c:v>2013-11-27 15:10:00+01:00</c:v>
                </c:pt>
                <c:pt idx="3836">
                  <c:v>2013-11-27 15:20:00+01:00</c:v>
                </c:pt>
                <c:pt idx="3837">
                  <c:v>2013-11-27 15:30:00+01:00</c:v>
                </c:pt>
                <c:pt idx="3838">
                  <c:v>2013-11-27 15:40:00+01:00</c:v>
                </c:pt>
                <c:pt idx="3839">
                  <c:v>2013-11-27 15:50:00+01:00</c:v>
                </c:pt>
                <c:pt idx="3840">
                  <c:v>2013-11-27 16:00:00+01:00</c:v>
                </c:pt>
                <c:pt idx="3841">
                  <c:v>2013-11-27 16:10:00+01:00</c:v>
                </c:pt>
                <c:pt idx="3842">
                  <c:v>2013-11-27 16:20:00+01:00</c:v>
                </c:pt>
                <c:pt idx="3843">
                  <c:v>2013-11-27 16:30:00+01:00</c:v>
                </c:pt>
                <c:pt idx="3844">
                  <c:v>2013-11-27 16:40:00+01:00</c:v>
                </c:pt>
                <c:pt idx="3845">
                  <c:v>2013-11-27 16:50:00+01:00</c:v>
                </c:pt>
                <c:pt idx="3846">
                  <c:v>2013-11-27 17:00:00+01:00</c:v>
                </c:pt>
                <c:pt idx="3847">
                  <c:v>2013-11-27 17:10:00+01:00</c:v>
                </c:pt>
                <c:pt idx="3848">
                  <c:v>2013-11-27 17:20:00+01:00</c:v>
                </c:pt>
                <c:pt idx="3849">
                  <c:v>2013-11-27 17:30:00+01:00</c:v>
                </c:pt>
                <c:pt idx="3850">
                  <c:v>2013-11-27 17:40:00+01:00</c:v>
                </c:pt>
                <c:pt idx="3851">
                  <c:v>2013-11-27 17:50:00+01:00</c:v>
                </c:pt>
                <c:pt idx="3852">
                  <c:v>2013-11-27 18:00:00+01:00</c:v>
                </c:pt>
                <c:pt idx="3853">
                  <c:v>2013-11-27 18:10:00+01:00</c:v>
                </c:pt>
                <c:pt idx="3854">
                  <c:v>2013-11-27 18:20:00+01:00</c:v>
                </c:pt>
                <c:pt idx="3855">
                  <c:v>2013-11-27 18:30:00+01:00</c:v>
                </c:pt>
                <c:pt idx="3856">
                  <c:v>2013-11-27 18:40:00+01:00</c:v>
                </c:pt>
                <c:pt idx="3857">
                  <c:v>2013-11-27 18:50:00+01:00</c:v>
                </c:pt>
                <c:pt idx="3858">
                  <c:v>2013-11-27 19:00:00+01:00</c:v>
                </c:pt>
                <c:pt idx="3859">
                  <c:v>2013-11-27 19:10:00+01:00</c:v>
                </c:pt>
                <c:pt idx="3860">
                  <c:v>2013-11-27 19:20:00+01:00</c:v>
                </c:pt>
                <c:pt idx="3861">
                  <c:v>2013-11-27 19:30:00+01:00</c:v>
                </c:pt>
                <c:pt idx="3862">
                  <c:v>2013-11-27 19:40:00+01:00</c:v>
                </c:pt>
                <c:pt idx="3863">
                  <c:v>2013-11-27 19:50:00+01:00</c:v>
                </c:pt>
                <c:pt idx="3864">
                  <c:v>2013-11-27 20:00:00+01:00</c:v>
                </c:pt>
                <c:pt idx="3865">
                  <c:v>2013-11-27 20:10:00+01:00</c:v>
                </c:pt>
                <c:pt idx="3866">
                  <c:v>2013-11-27 20:20:00+01:00</c:v>
                </c:pt>
                <c:pt idx="3867">
                  <c:v>2013-11-27 20:30:00+01:00</c:v>
                </c:pt>
                <c:pt idx="3868">
                  <c:v>2013-11-27 20:40:00+01:00</c:v>
                </c:pt>
                <c:pt idx="3869">
                  <c:v>2013-11-27 20:50:00+01:00</c:v>
                </c:pt>
                <c:pt idx="3870">
                  <c:v>2013-11-27 21:00:00+01:00</c:v>
                </c:pt>
                <c:pt idx="3871">
                  <c:v>2013-11-27 21:10:00+01:00</c:v>
                </c:pt>
                <c:pt idx="3872">
                  <c:v>2013-11-27 21:20:00+01:00</c:v>
                </c:pt>
                <c:pt idx="3873">
                  <c:v>2013-11-27 21:30:00+01:00</c:v>
                </c:pt>
                <c:pt idx="3874">
                  <c:v>2013-11-27 21:40:00+01:00</c:v>
                </c:pt>
                <c:pt idx="3875">
                  <c:v>2013-11-27 21:50:00+01:00</c:v>
                </c:pt>
                <c:pt idx="3876">
                  <c:v>2013-11-27 22:00:00+01:00</c:v>
                </c:pt>
                <c:pt idx="3877">
                  <c:v>2013-11-27 22:10:00+01:00</c:v>
                </c:pt>
                <c:pt idx="3878">
                  <c:v>2013-11-27 22:20:00+01:00</c:v>
                </c:pt>
                <c:pt idx="3879">
                  <c:v>2013-11-27 22:30:00+01:00</c:v>
                </c:pt>
                <c:pt idx="3880">
                  <c:v>2013-11-27 22:40:00+01:00</c:v>
                </c:pt>
                <c:pt idx="3881">
                  <c:v>2013-11-27 22:50:00+01:00</c:v>
                </c:pt>
                <c:pt idx="3882">
                  <c:v>2013-11-27 23:00:00+01:00</c:v>
                </c:pt>
                <c:pt idx="3883">
                  <c:v>2013-11-27 23:10:00+01:00</c:v>
                </c:pt>
                <c:pt idx="3884">
                  <c:v>2013-11-27 23:20:00+01:00</c:v>
                </c:pt>
                <c:pt idx="3885">
                  <c:v>2013-11-27 23:30:00+01:00</c:v>
                </c:pt>
                <c:pt idx="3886">
                  <c:v>2013-11-27 23:40:00+01:00</c:v>
                </c:pt>
                <c:pt idx="3887">
                  <c:v>2013-11-27 23:50:00+01:00</c:v>
                </c:pt>
                <c:pt idx="3888">
                  <c:v>2013-11-28 00:00:00+01:00</c:v>
                </c:pt>
                <c:pt idx="3889">
                  <c:v>2013-11-28 00:10:00+01:00</c:v>
                </c:pt>
                <c:pt idx="3890">
                  <c:v>2013-11-28 00:20:00+01:00</c:v>
                </c:pt>
                <c:pt idx="3891">
                  <c:v>2013-11-28 00:30:00+01:00</c:v>
                </c:pt>
                <c:pt idx="3892">
                  <c:v>2013-11-28 00:40:00+01:00</c:v>
                </c:pt>
                <c:pt idx="3893">
                  <c:v>2013-11-28 00:50:00+01:00</c:v>
                </c:pt>
                <c:pt idx="3894">
                  <c:v>2013-11-28 01:00:00+01:00</c:v>
                </c:pt>
                <c:pt idx="3895">
                  <c:v>2013-11-28 01:10:00+01:00</c:v>
                </c:pt>
                <c:pt idx="3896">
                  <c:v>2013-11-28 01:20:00+01:00</c:v>
                </c:pt>
                <c:pt idx="3897">
                  <c:v>2013-11-28 01:30:00+01:00</c:v>
                </c:pt>
                <c:pt idx="3898">
                  <c:v>2013-11-28 01:40:00+01:00</c:v>
                </c:pt>
                <c:pt idx="3899">
                  <c:v>2013-11-28 01:50:00+01:00</c:v>
                </c:pt>
                <c:pt idx="3900">
                  <c:v>2013-11-28 02:00:00+01:00</c:v>
                </c:pt>
                <c:pt idx="3901">
                  <c:v>2013-11-28 02:10:00+01:00</c:v>
                </c:pt>
                <c:pt idx="3902">
                  <c:v>2013-11-28 02:20:00+01:00</c:v>
                </c:pt>
                <c:pt idx="3903">
                  <c:v>2013-11-28 02:30:00+01:00</c:v>
                </c:pt>
                <c:pt idx="3904">
                  <c:v>2013-11-28 02:40:00+01:00</c:v>
                </c:pt>
                <c:pt idx="3905">
                  <c:v>2013-11-28 02:50:00+01:00</c:v>
                </c:pt>
                <c:pt idx="3906">
                  <c:v>2013-11-28 03:00:00+01:00</c:v>
                </c:pt>
                <c:pt idx="3907">
                  <c:v>2013-11-28 03:10:00+01:00</c:v>
                </c:pt>
                <c:pt idx="3908">
                  <c:v>2013-11-28 03:20:00+01:00</c:v>
                </c:pt>
                <c:pt idx="3909">
                  <c:v>2013-11-28 03:30:00+01:00</c:v>
                </c:pt>
                <c:pt idx="3910">
                  <c:v>2013-11-28 03:40:00+01:00</c:v>
                </c:pt>
                <c:pt idx="3911">
                  <c:v>2013-11-28 03:50:00+01:00</c:v>
                </c:pt>
                <c:pt idx="3912">
                  <c:v>2013-11-28 04:00:00+01:00</c:v>
                </c:pt>
                <c:pt idx="3913">
                  <c:v>2013-11-28 04:10:00+01:00</c:v>
                </c:pt>
                <c:pt idx="3914">
                  <c:v>2013-11-28 04:20:00+01:00</c:v>
                </c:pt>
                <c:pt idx="3915">
                  <c:v>2013-11-28 04:30:00+01:00</c:v>
                </c:pt>
                <c:pt idx="3916">
                  <c:v>2013-11-28 04:40:00+01:00</c:v>
                </c:pt>
                <c:pt idx="3917">
                  <c:v>2013-11-28 04:50:00+01:00</c:v>
                </c:pt>
                <c:pt idx="3918">
                  <c:v>2013-11-28 05:00:00+01:00</c:v>
                </c:pt>
                <c:pt idx="3919">
                  <c:v>2013-11-28 05:10:00+01:00</c:v>
                </c:pt>
                <c:pt idx="3920">
                  <c:v>2013-11-28 05:20:00+01:00</c:v>
                </c:pt>
                <c:pt idx="3921">
                  <c:v>2013-11-28 05:30:00+01:00</c:v>
                </c:pt>
                <c:pt idx="3922">
                  <c:v>2013-11-28 05:40:00+01:00</c:v>
                </c:pt>
                <c:pt idx="3923">
                  <c:v>2013-11-28 05:50:00+01:00</c:v>
                </c:pt>
                <c:pt idx="3924">
                  <c:v>2013-11-28 06:00:00+01:00</c:v>
                </c:pt>
                <c:pt idx="3925">
                  <c:v>2013-11-28 06:10:00+01:00</c:v>
                </c:pt>
                <c:pt idx="3926">
                  <c:v>2013-11-28 06:20:00+01:00</c:v>
                </c:pt>
                <c:pt idx="3927">
                  <c:v>2013-11-28 06:30:00+01:00</c:v>
                </c:pt>
                <c:pt idx="3928">
                  <c:v>2013-11-28 06:40:00+01:00</c:v>
                </c:pt>
                <c:pt idx="3929">
                  <c:v>2013-11-28 06:50:00+01:00</c:v>
                </c:pt>
                <c:pt idx="3930">
                  <c:v>2013-11-28 07:00:00+01:00</c:v>
                </c:pt>
                <c:pt idx="3931">
                  <c:v>2013-11-28 07:10:00+01:00</c:v>
                </c:pt>
                <c:pt idx="3932">
                  <c:v>2013-11-28 07:20:00+01:00</c:v>
                </c:pt>
                <c:pt idx="3933">
                  <c:v>2013-11-28 07:30:00+01:00</c:v>
                </c:pt>
                <c:pt idx="3934">
                  <c:v>2013-11-28 07:40:00+01:00</c:v>
                </c:pt>
                <c:pt idx="3935">
                  <c:v>2013-11-28 07:50:00+01:00</c:v>
                </c:pt>
                <c:pt idx="3936">
                  <c:v>2013-11-28 08:00:00+01:00</c:v>
                </c:pt>
                <c:pt idx="3937">
                  <c:v>2013-11-28 08:10:00+01:00</c:v>
                </c:pt>
                <c:pt idx="3938">
                  <c:v>2013-11-28 08:20:00+01:00</c:v>
                </c:pt>
                <c:pt idx="3939">
                  <c:v>2013-11-28 08:30:00+01:00</c:v>
                </c:pt>
                <c:pt idx="3940">
                  <c:v>2013-11-28 08:40:00+01:00</c:v>
                </c:pt>
                <c:pt idx="3941">
                  <c:v>2013-11-28 08:50:00+01:00</c:v>
                </c:pt>
                <c:pt idx="3942">
                  <c:v>2013-11-28 09:00:00+01:00</c:v>
                </c:pt>
                <c:pt idx="3943">
                  <c:v>2013-11-28 09:10:00+01:00</c:v>
                </c:pt>
                <c:pt idx="3944">
                  <c:v>2013-11-28 09:20:00+01:00</c:v>
                </c:pt>
                <c:pt idx="3945">
                  <c:v>2013-11-28 09:30:00+01:00</c:v>
                </c:pt>
                <c:pt idx="3946">
                  <c:v>2013-11-28 09:40:00+01:00</c:v>
                </c:pt>
                <c:pt idx="3947">
                  <c:v>2013-11-28 09:50:00+01:00</c:v>
                </c:pt>
                <c:pt idx="3948">
                  <c:v>2013-11-28 10:00:00+01:00</c:v>
                </c:pt>
                <c:pt idx="3949">
                  <c:v>2013-11-28 10:10:00+01:00</c:v>
                </c:pt>
                <c:pt idx="3950">
                  <c:v>2013-11-28 10:20:00+01:00</c:v>
                </c:pt>
                <c:pt idx="3951">
                  <c:v>2013-11-28 10:30:00+01:00</c:v>
                </c:pt>
                <c:pt idx="3952">
                  <c:v>2013-11-28 10:40:00+01:00</c:v>
                </c:pt>
                <c:pt idx="3953">
                  <c:v>2013-11-28 10:50:00+01:00</c:v>
                </c:pt>
                <c:pt idx="3954">
                  <c:v>2013-11-28 11:00:00+01:00</c:v>
                </c:pt>
                <c:pt idx="3955">
                  <c:v>2013-11-28 11:10:00+01:00</c:v>
                </c:pt>
                <c:pt idx="3956">
                  <c:v>2013-11-28 11:20:00+01:00</c:v>
                </c:pt>
                <c:pt idx="3957">
                  <c:v>2013-11-28 11:30:00+01:00</c:v>
                </c:pt>
                <c:pt idx="3958">
                  <c:v>2013-11-28 11:40:00+01:00</c:v>
                </c:pt>
                <c:pt idx="3959">
                  <c:v>2013-11-28 11:50:00+01:00</c:v>
                </c:pt>
                <c:pt idx="3960">
                  <c:v>2013-11-28 12:00:00+01:00</c:v>
                </c:pt>
                <c:pt idx="3961">
                  <c:v>2013-11-28 12:10:00+01:00</c:v>
                </c:pt>
                <c:pt idx="3962">
                  <c:v>2013-11-28 12:20:00+01:00</c:v>
                </c:pt>
                <c:pt idx="3963">
                  <c:v>2013-11-28 12:30:00+01:00</c:v>
                </c:pt>
                <c:pt idx="3964">
                  <c:v>2013-11-28 12:40:00+01:00</c:v>
                </c:pt>
                <c:pt idx="3965">
                  <c:v>2013-11-28 12:50:00+01:00</c:v>
                </c:pt>
                <c:pt idx="3966">
                  <c:v>2013-11-28 13:00:00+01:00</c:v>
                </c:pt>
                <c:pt idx="3967">
                  <c:v>2013-11-28 13:10:00+01:00</c:v>
                </c:pt>
                <c:pt idx="3968">
                  <c:v>2013-11-28 13:20:00+01:00</c:v>
                </c:pt>
                <c:pt idx="3969">
                  <c:v>2013-11-28 13:30:00+01:00</c:v>
                </c:pt>
                <c:pt idx="3970">
                  <c:v>2013-11-28 13:40:00+01:00</c:v>
                </c:pt>
                <c:pt idx="3971">
                  <c:v>2013-11-28 13:50:00+01:00</c:v>
                </c:pt>
                <c:pt idx="3972">
                  <c:v>2013-11-28 14:00:00+01:00</c:v>
                </c:pt>
                <c:pt idx="3973">
                  <c:v>2013-11-28 14:10:00+01:00</c:v>
                </c:pt>
                <c:pt idx="3974">
                  <c:v>2013-11-28 14:20:00+01:00</c:v>
                </c:pt>
                <c:pt idx="3975">
                  <c:v>2013-11-28 14:30:00+01:00</c:v>
                </c:pt>
                <c:pt idx="3976">
                  <c:v>2013-11-28 14:40:00+01:00</c:v>
                </c:pt>
                <c:pt idx="3977">
                  <c:v>2013-11-28 14:50:00+01:00</c:v>
                </c:pt>
                <c:pt idx="3978">
                  <c:v>2013-11-28 15:00:00+01:00</c:v>
                </c:pt>
                <c:pt idx="3979">
                  <c:v>2013-11-28 15:10:00+01:00</c:v>
                </c:pt>
                <c:pt idx="3980">
                  <c:v>2013-11-28 15:20:00+01:00</c:v>
                </c:pt>
                <c:pt idx="3981">
                  <c:v>2013-11-28 15:30:00+01:00</c:v>
                </c:pt>
                <c:pt idx="3982">
                  <c:v>2013-11-28 15:40:00+01:00</c:v>
                </c:pt>
                <c:pt idx="3983">
                  <c:v>2013-11-28 15:50:00+01:00</c:v>
                </c:pt>
                <c:pt idx="3984">
                  <c:v>2013-11-28 16:00:00+01:00</c:v>
                </c:pt>
                <c:pt idx="3985">
                  <c:v>2013-11-28 16:10:00+01:00</c:v>
                </c:pt>
                <c:pt idx="3986">
                  <c:v>2013-11-28 16:20:00+01:00</c:v>
                </c:pt>
                <c:pt idx="3987">
                  <c:v>2013-11-28 16:30:00+01:00</c:v>
                </c:pt>
                <c:pt idx="3988">
                  <c:v>2013-11-28 16:40:00+01:00</c:v>
                </c:pt>
                <c:pt idx="3989">
                  <c:v>2013-11-28 16:50:00+01:00</c:v>
                </c:pt>
                <c:pt idx="3990">
                  <c:v>2013-11-28 17:00:00+01:00</c:v>
                </c:pt>
                <c:pt idx="3991">
                  <c:v>2013-11-28 17:10:00+01:00</c:v>
                </c:pt>
                <c:pt idx="3992">
                  <c:v>2013-11-28 17:20:00+01:00</c:v>
                </c:pt>
                <c:pt idx="3993">
                  <c:v>2013-11-28 17:30:00+01:00</c:v>
                </c:pt>
                <c:pt idx="3994">
                  <c:v>2013-11-28 17:40:00+01:00</c:v>
                </c:pt>
                <c:pt idx="3995">
                  <c:v>2013-11-28 17:50:00+01:00</c:v>
                </c:pt>
                <c:pt idx="3996">
                  <c:v>2013-11-28 18:00:00+01:00</c:v>
                </c:pt>
                <c:pt idx="3997">
                  <c:v>2013-11-28 18:10:00+01:00</c:v>
                </c:pt>
                <c:pt idx="3998">
                  <c:v>2013-11-28 18:20:00+01:00</c:v>
                </c:pt>
                <c:pt idx="3999">
                  <c:v>2013-11-28 18:30:00+01:00</c:v>
                </c:pt>
                <c:pt idx="4000">
                  <c:v>2013-11-28 18:40:00+01:00</c:v>
                </c:pt>
                <c:pt idx="4001">
                  <c:v>2013-11-28 18:50:00+01:00</c:v>
                </c:pt>
                <c:pt idx="4002">
                  <c:v>2013-11-28 19:00:00+01:00</c:v>
                </c:pt>
                <c:pt idx="4003">
                  <c:v>2013-11-28 19:10:00+01:00</c:v>
                </c:pt>
                <c:pt idx="4004">
                  <c:v>2013-11-28 19:20:00+01:00</c:v>
                </c:pt>
                <c:pt idx="4005">
                  <c:v>2013-11-28 19:30:00+01:00</c:v>
                </c:pt>
                <c:pt idx="4006">
                  <c:v>2013-11-28 19:40:00+01:00</c:v>
                </c:pt>
                <c:pt idx="4007">
                  <c:v>2013-11-28 19:50:00+01:00</c:v>
                </c:pt>
                <c:pt idx="4008">
                  <c:v>2013-11-28 20:00:00+01:00</c:v>
                </c:pt>
                <c:pt idx="4009">
                  <c:v>2013-11-28 20:10:00+01:00</c:v>
                </c:pt>
                <c:pt idx="4010">
                  <c:v>2013-11-28 20:20:00+01:00</c:v>
                </c:pt>
                <c:pt idx="4011">
                  <c:v>2013-11-28 20:30:00+01:00</c:v>
                </c:pt>
                <c:pt idx="4012">
                  <c:v>2013-11-28 20:40:00+01:00</c:v>
                </c:pt>
                <c:pt idx="4013">
                  <c:v>2013-11-28 20:50:00+01:00</c:v>
                </c:pt>
                <c:pt idx="4014">
                  <c:v>2013-11-28 21:00:00+01:00</c:v>
                </c:pt>
                <c:pt idx="4015">
                  <c:v>2013-11-28 21:10:00+01:00</c:v>
                </c:pt>
                <c:pt idx="4016">
                  <c:v>2013-11-28 21:20:00+01:00</c:v>
                </c:pt>
                <c:pt idx="4017">
                  <c:v>2013-11-28 21:30:00+01:00</c:v>
                </c:pt>
                <c:pt idx="4018">
                  <c:v>2013-11-28 21:40:00+01:00</c:v>
                </c:pt>
                <c:pt idx="4019">
                  <c:v>2013-11-28 21:50:00+01:00</c:v>
                </c:pt>
                <c:pt idx="4020">
                  <c:v>2013-11-28 22:00:00+01:00</c:v>
                </c:pt>
                <c:pt idx="4021">
                  <c:v>2013-11-28 22:10:00+01:00</c:v>
                </c:pt>
                <c:pt idx="4022">
                  <c:v>2013-11-28 22:20:00+01:00</c:v>
                </c:pt>
                <c:pt idx="4023">
                  <c:v>2013-11-28 22:30:00+01:00</c:v>
                </c:pt>
                <c:pt idx="4024">
                  <c:v>2013-11-28 22:40:00+01:00</c:v>
                </c:pt>
                <c:pt idx="4025">
                  <c:v>2013-11-28 22:50:00+01:00</c:v>
                </c:pt>
                <c:pt idx="4026">
                  <c:v>2013-11-28 23:00:00+01:00</c:v>
                </c:pt>
                <c:pt idx="4027">
                  <c:v>2013-11-28 23:10:00+01:00</c:v>
                </c:pt>
                <c:pt idx="4028">
                  <c:v>2013-11-28 23:20:00+01:00</c:v>
                </c:pt>
                <c:pt idx="4029">
                  <c:v>2013-11-28 23:30:00+01:00</c:v>
                </c:pt>
                <c:pt idx="4030">
                  <c:v>2013-11-28 23:40:00+01:00</c:v>
                </c:pt>
                <c:pt idx="4031">
                  <c:v>2013-11-28 23:50:00+01:00</c:v>
                </c:pt>
              </c:strCache>
            </c:strRef>
          </c:cat>
          <c:val>
            <c:numRef>
              <c:f>'Chart Data'!$B$2:$B$4033</c:f>
              <c:numCache>
                <c:formatCode>0</c:formatCode>
                <c:ptCount val="4032"/>
                <c:pt idx="0">
                  <c:v>11.028366</c:v>
                </c:pt>
                <c:pt idx="1">
                  <c:v>11.127101</c:v>
                </c:pt>
                <c:pt idx="2">
                  <c:v>10.892771</c:v>
                </c:pt>
                <c:pt idx="3">
                  <c:v>8.622425</c:v>
                </c:pt>
                <c:pt idx="4">
                  <c:v>8.009927</c:v>
                </c:pt>
                <c:pt idx="5">
                  <c:v>8.11842</c:v>
                </c:pt>
                <c:pt idx="6">
                  <c:v>8.02627</c:v>
                </c:pt>
                <c:pt idx="7">
                  <c:v>8.514179</c:v>
                </c:pt>
                <c:pt idx="8">
                  <c:v>6.833425</c:v>
                </c:pt>
                <c:pt idx="9">
                  <c:v>6.554605</c:v>
                </c:pt>
                <c:pt idx="10">
                  <c:v>7.338716</c:v>
                </c:pt>
                <c:pt idx="11">
                  <c:v>6.779705</c:v>
                </c:pt>
                <c:pt idx="12">
                  <c:v>7.192162</c:v>
                </c:pt>
                <c:pt idx="13">
                  <c:v>7.503314</c:v>
                </c:pt>
                <c:pt idx="14">
                  <c:v>6.169534</c:v>
                </c:pt>
                <c:pt idx="15">
                  <c:v>7.605452</c:v>
                </c:pt>
                <c:pt idx="16">
                  <c:v>6.596866</c:v>
                </c:pt>
                <c:pt idx="17">
                  <c:v>6.139822</c:v>
                </c:pt>
                <c:pt idx="18">
                  <c:v>6.027584</c:v>
                </c:pt>
                <c:pt idx="19">
                  <c:v>5.686304</c:v>
                </c:pt>
                <c:pt idx="20">
                  <c:v>5.957398</c:v>
                </c:pt>
                <c:pt idx="21">
                  <c:v>5.466614</c:v>
                </c:pt>
                <c:pt idx="22">
                  <c:v>4.652791</c:v>
                </c:pt>
                <c:pt idx="23">
                  <c:v>5.231378</c:v>
                </c:pt>
                <c:pt idx="24">
                  <c:v>5.304636</c:v>
                </c:pt>
                <c:pt idx="25">
                  <c:v>5.137846</c:v>
                </c:pt>
                <c:pt idx="26">
                  <c:v>4.759411</c:v>
                </c:pt>
                <c:pt idx="27">
                  <c:v>5.070819</c:v>
                </c:pt>
                <c:pt idx="28">
                  <c:v>5.464913</c:v>
                </c:pt>
                <c:pt idx="29">
                  <c:v>5.639306</c:v>
                </c:pt>
                <c:pt idx="30">
                  <c:v>6.111811</c:v>
                </c:pt>
                <c:pt idx="31">
                  <c:v>5.566709</c:v>
                </c:pt>
                <c:pt idx="32">
                  <c:v>6.165078</c:v>
                </c:pt>
                <c:pt idx="33">
                  <c:v>5.603117</c:v>
                </c:pt>
                <c:pt idx="34">
                  <c:v>5.942476</c:v>
                </c:pt>
                <c:pt idx="35">
                  <c:v>5.452401</c:v>
                </c:pt>
                <c:pt idx="36">
                  <c:v>6.150999</c:v>
                </c:pt>
                <c:pt idx="37">
                  <c:v>5.80481</c:v>
                </c:pt>
                <c:pt idx="38">
                  <c:v>5.46599</c:v>
                </c:pt>
                <c:pt idx="39">
                  <c:v>5.991518</c:v>
                </c:pt>
                <c:pt idx="40">
                  <c:v>6.045324</c:v>
                </c:pt>
                <c:pt idx="41">
                  <c:v>5.957484</c:v>
                </c:pt>
                <c:pt idx="42">
                  <c:v>6.640461</c:v>
                </c:pt>
                <c:pt idx="43">
                  <c:v>7.0092</c:v>
                </c:pt>
                <c:pt idx="44">
                  <c:v>6.160144</c:v>
                </c:pt>
                <c:pt idx="45">
                  <c:v>7.797889</c:v>
                </c:pt>
                <c:pt idx="46">
                  <c:v>7.309885</c:v>
                </c:pt>
                <c:pt idx="47">
                  <c:v>8.015925</c:v>
                </c:pt>
                <c:pt idx="48">
                  <c:v>9.431191</c:v>
                </c:pt>
                <c:pt idx="49">
                  <c:v>9.082516</c:v>
                </c:pt>
                <c:pt idx="50">
                  <c:v>8.34041</c:v>
                </c:pt>
                <c:pt idx="51">
                  <c:v>10.518264</c:v>
                </c:pt>
                <c:pt idx="52">
                  <c:v>10.463748</c:v>
                </c:pt>
                <c:pt idx="53">
                  <c:v>12.044653</c:v>
                </c:pt>
                <c:pt idx="54">
                  <c:v>11.808595</c:v>
                </c:pt>
                <c:pt idx="55">
                  <c:v>11.383994</c:v>
                </c:pt>
                <c:pt idx="56">
                  <c:v>10.931687</c:v>
                </c:pt>
                <c:pt idx="57">
                  <c:v>11.563258</c:v>
                </c:pt>
                <c:pt idx="58">
                  <c:v>12.888396</c:v>
                </c:pt>
                <c:pt idx="59">
                  <c:v>12.559578</c:v>
                </c:pt>
                <c:pt idx="60">
                  <c:v>15.406783</c:v>
                </c:pt>
                <c:pt idx="61">
                  <c:v>12.479955</c:v>
                </c:pt>
                <c:pt idx="62">
                  <c:v>12.045619</c:v>
                </c:pt>
                <c:pt idx="63">
                  <c:v>13.17428</c:v>
                </c:pt>
                <c:pt idx="64">
                  <c:v>12.718826</c:v>
                </c:pt>
                <c:pt idx="65">
                  <c:v>15.913605</c:v>
                </c:pt>
                <c:pt idx="66">
                  <c:v>12.522238</c:v>
                </c:pt>
                <c:pt idx="67">
                  <c:v>13.402795</c:v>
                </c:pt>
                <c:pt idx="68">
                  <c:v>15.220652</c:v>
                </c:pt>
                <c:pt idx="69">
                  <c:v>13.093957</c:v>
                </c:pt>
                <c:pt idx="70">
                  <c:v>11.485946</c:v>
                </c:pt>
                <c:pt idx="71">
                  <c:v>11.536753</c:v>
                </c:pt>
                <c:pt idx="72">
                  <c:v>12.565342</c:v>
                </c:pt>
                <c:pt idx="73">
                  <c:v>11.532026</c:v>
                </c:pt>
                <c:pt idx="74">
                  <c:v>11.724047</c:v>
                </c:pt>
                <c:pt idx="75">
                  <c:v>12.718997</c:v>
                </c:pt>
                <c:pt idx="76">
                  <c:v>13.964447</c:v>
                </c:pt>
                <c:pt idx="77">
                  <c:v>12.35835</c:v>
                </c:pt>
                <c:pt idx="78">
                  <c:v>11.887252</c:v>
                </c:pt>
                <c:pt idx="79">
                  <c:v>12.695651</c:v>
                </c:pt>
                <c:pt idx="80">
                  <c:v>11.943652</c:v>
                </c:pt>
                <c:pt idx="81">
                  <c:v>13.03169</c:v>
                </c:pt>
                <c:pt idx="82">
                  <c:v>13.285158</c:v>
                </c:pt>
                <c:pt idx="83">
                  <c:v>15.365035</c:v>
                </c:pt>
                <c:pt idx="84">
                  <c:v>14.630885</c:v>
                </c:pt>
                <c:pt idx="85">
                  <c:v>14.507788</c:v>
                </c:pt>
                <c:pt idx="86">
                  <c:v>13.232968</c:v>
                </c:pt>
                <c:pt idx="87">
                  <c:v>17.555989</c:v>
                </c:pt>
                <c:pt idx="88">
                  <c:v>13.106148</c:v>
                </c:pt>
                <c:pt idx="89">
                  <c:v>16.832308</c:v>
                </c:pt>
                <c:pt idx="90">
                  <c:v>13.725529</c:v>
                </c:pt>
                <c:pt idx="91">
                  <c:v>13.780192</c:v>
                </c:pt>
                <c:pt idx="92">
                  <c:v>14.819431</c:v>
                </c:pt>
                <c:pt idx="93">
                  <c:v>17.731179</c:v>
                </c:pt>
                <c:pt idx="94">
                  <c:v>13.703003</c:v>
                </c:pt>
                <c:pt idx="95">
                  <c:v>13.821644</c:v>
                </c:pt>
                <c:pt idx="96">
                  <c:v>12.636742</c:v>
                </c:pt>
                <c:pt idx="97">
                  <c:v>11.903242</c:v>
                </c:pt>
                <c:pt idx="98">
                  <c:v>11.859376</c:v>
                </c:pt>
                <c:pt idx="99">
                  <c:v>10.504809</c:v>
                </c:pt>
                <c:pt idx="100">
                  <c:v>12.111017</c:v>
                </c:pt>
                <c:pt idx="101">
                  <c:v>11.196209</c:v>
                </c:pt>
                <c:pt idx="102">
                  <c:v>13.019366</c:v>
                </c:pt>
                <c:pt idx="103">
                  <c:v>14.804508</c:v>
                </c:pt>
                <c:pt idx="104">
                  <c:v>12.920092</c:v>
                </c:pt>
                <c:pt idx="105">
                  <c:v>12.923053</c:v>
                </c:pt>
                <c:pt idx="106">
                  <c:v>11.062812</c:v>
                </c:pt>
                <c:pt idx="107">
                  <c:v>11.564358</c:v>
                </c:pt>
                <c:pt idx="108">
                  <c:v>11.275256</c:v>
                </c:pt>
                <c:pt idx="109">
                  <c:v>13.864074</c:v>
                </c:pt>
                <c:pt idx="110">
                  <c:v>19.834697</c:v>
                </c:pt>
                <c:pt idx="111">
                  <c:v>15.699778</c:v>
                </c:pt>
                <c:pt idx="112">
                  <c:v>12.682294</c:v>
                </c:pt>
                <c:pt idx="113">
                  <c:v>14.856623</c:v>
                </c:pt>
                <c:pt idx="114">
                  <c:v>12.087047</c:v>
                </c:pt>
                <c:pt idx="115">
                  <c:v>13.153882</c:v>
                </c:pt>
                <c:pt idx="116">
                  <c:v>12.427762</c:v>
                </c:pt>
                <c:pt idx="117">
                  <c:v>14.947413</c:v>
                </c:pt>
                <c:pt idx="118">
                  <c:v>13.352845</c:v>
                </c:pt>
                <c:pt idx="119">
                  <c:v>13.929276</c:v>
                </c:pt>
                <c:pt idx="120">
                  <c:v>11.65511</c:v>
                </c:pt>
                <c:pt idx="121">
                  <c:v>11.257308</c:v>
                </c:pt>
                <c:pt idx="122">
                  <c:v>12.201364</c:v>
                </c:pt>
                <c:pt idx="123">
                  <c:v>12.566861</c:v>
                </c:pt>
                <c:pt idx="124">
                  <c:v>12.336363</c:v>
                </c:pt>
                <c:pt idx="125">
                  <c:v>12.074156</c:v>
                </c:pt>
                <c:pt idx="126">
                  <c:v>12.077522</c:v>
                </c:pt>
                <c:pt idx="127">
                  <c:v>10.875346</c:v>
                </c:pt>
                <c:pt idx="128">
                  <c:v>9.142832</c:v>
                </c:pt>
                <c:pt idx="129">
                  <c:v>9.966647</c:v>
                </c:pt>
                <c:pt idx="130">
                  <c:v>8.967376</c:v>
                </c:pt>
                <c:pt idx="131">
                  <c:v>10.36767</c:v>
                </c:pt>
                <c:pt idx="132">
                  <c:v>10.943809</c:v>
                </c:pt>
                <c:pt idx="133">
                  <c:v>10.656713</c:v>
                </c:pt>
                <c:pt idx="134">
                  <c:v>10.588497</c:v>
                </c:pt>
                <c:pt idx="135">
                  <c:v>9.717907</c:v>
                </c:pt>
                <c:pt idx="136">
                  <c:v>9.142527</c:v>
                </c:pt>
                <c:pt idx="137">
                  <c:v>7.898362</c:v>
                </c:pt>
                <c:pt idx="138">
                  <c:v>8.635192</c:v>
                </c:pt>
                <c:pt idx="139">
                  <c:v>10.659124</c:v>
                </c:pt>
                <c:pt idx="140">
                  <c:v>9.063345</c:v>
                </c:pt>
                <c:pt idx="141">
                  <c:v>9.272482</c:v>
                </c:pt>
                <c:pt idx="142">
                  <c:v>7.957519</c:v>
                </c:pt>
                <c:pt idx="143">
                  <c:v>13.228099</c:v>
                </c:pt>
                <c:pt idx="144">
                  <c:v>7.83785</c:v>
                </c:pt>
                <c:pt idx="145">
                  <c:v>8.621556</c:v>
                </c:pt>
                <c:pt idx="146">
                  <c:v>7.825424</c:v>
                </c:pt>
                <c:pt idx="147">
                  <c:v>7.964082</c:v>
                </c:pt>
                <c:pt idx="148">
                  <c:v>6.500324</c:v>
                </c:pt>
                <c:pt idx="149">
                  <c:v>7.760147</c:v>
                </c:pt>
                <c:pt idx="150">
                  <c:v>7.89458</c:v>
                </c:pt>
                <c:pt idx="151">
                  <c:v>6.23759</c:v>
                </c:pt>
                <c:pt idx="152">
                  <c:v>7.394309</c:v>
                </c:pt>
                <c:pt idx="153">
                  <c:v>8.243035</c:v>
                </c:pt>
                <c:pt idx="154">
                  <c:v>7.215045</c:v>
                </c:pt>
                <c:pt idx="155">
                  <c:v>6.594565</c:v>
                </c:pt>
                <c:pt idx="156">
                  <c:v>7.459292</c:v>
                </c:pt>
                <c:pt idx="157">
                  <c:v>6.709044</c:v>
                </c:pt>
                <c:pt idx="158">
                  <c:v>6.848129</c:v>
                </c:pt>
                <c:pt idx="159">
                  <c:v>6.330951</c:v>
                </c:pt>
                <c:pt idx="160">
                  <c:v>6.209947</c:v>
                </c:pt>
                <c:pt idx="161">
                  <c:v>5.744015</c:v>
                </c:pt>
                <c:pt idx="162">
                  <c:v>6.223889</c:v>
                </c:pt>
                <c:pt idx="163">
                  <c:v>5.524853</c:v>
                </c:pt>
                <c:pt idx="164">
                  <c:v>5.745386</c:v>
                </c:pt>
                <c:pt idx="165">
                  <c:v>5.371321</c:v>
                </c:pt>
                <c:pt idx="166">
                  <c:v>6.177456</c:v>
                </c:pt>
                <c:pt idx="167">
                  <c:v>5.332549</c:v>
                </c:pt>
                <c:pt idx="168">
                  <c:v>5.179508</c:v>
                </c:pt>
                <c:pt idx="169">
                  <c:v>5.378556</c:v>
                </c:pt>
                <c:pt idx="170">
                  <c:v>5.021153</c:v>
                </c:pt>
                <c:pt idx="171">
                  <c:v>5.661612</c:v>
                </c:pt>
                <c:pt idx="172">
                  <c:v>5.044511</c:v>
                </c:pt>
                <c:pt idx="173">
                  <c:v>4.621574</c:v>
                </c:pt>
                <c:pt idx="174">
                  <c:v>4.982419</c:v>
                </c:pt>
                <c:pt idx="175">
                  <c:v>5.075471</c:v>
                </c:pt>
                <c:pt idx="176">
                  <c:v>5.086563</c:v>
                </c:pt>
                <c:pt idx="177">
                  <c:v>5.186828</c:v>
                </c:pt>
                <c:pt idx="178">
                  <c:v>5.470397</c:v>
                </c:pt>
                <c:pt idx="179">
                  <c:v>5.17619</c:v>
                </c:pt>
                <c:pt idx="180">
                  <c:v>5.456515</c:v>
                </c:pt>
                <c:pt idx="181">
                  <c:v>5.005409</c:v>
                </c:pt>
                <c:pt idx="182">
                  <c:v>5.17619</c:v>
                </c:pt>
                <c:pt idx="183">
                  <c:v>4.930571</c:v>
                </c:pt>
                <c:pt idx="184">
                  <c:v>6.276447</c:v>
                </c:pt>
                <c:pt idx="185">
                  <c:v>6.277978</c:v>
                </c:pt>
                <c:pt idx="186">
                  <c:v>7.717433</c:v>
                </c:pt>
                <c:pt idx="187">
                  <c:v>7.123215</c:v>
                </c:pt>
                <c:pt idx="188">
                  <c:v>6.5371</c:v>
                </c:pt>
                <c:pt idx="189">
                  <c:v>7.217542</c:v>
                </c:pt>
                <c:pt idx="190">
                  <c:v>8.354942</c:v>
                </c:pt>
                <c:pt idx="191">
                  <c:v>8.893974</c:v>
                </c:pt>
                <c:pt idx="192">
                  <c:v>9.570376</c:v>
                </c:pt>
                <c:pt idx="193">
                  <c:v>7.530567</c:v>
                </c:pt>
                <c:pt idx="194">
                  <c:v>8.425961</c:v>
                </c:pt>
                <c:pt idx="195">
                  <c:v>8.683023</c:v>
                </c:pt>
                <c:pt idx="196">
                  <c:v>8.377271</c:v>
                </c:pt>
                <c:pt idx="197">
                  <c:v>8.59401</c:v>
                </c:pt>
                <c:pt idx="198">
                  <c:v>9.48114</c:v>
                </c:pt>
                <c:pt idx="199">
                  <c:v>9.888395</c:v>
                </c:pt>
                <c:pt idx="200">
                  <c:v>11.104037</c:v>
                </c:pt>
                <c:pt idx="201">
                  <c:v>11.445034</c:v>
                </c:pt>
                <c:pt idx="202">
                  <c:v>11.519162</c:v>
                </c:pt>
                <c:pt idx="203">
                  <c:v>10.633623</c:v>
                </c:pt>
                <c:pt idx="204">
                  <c:v>10.304242</c:v>
                </c:pt>
                <c:pt idx="205">
                  <c:v>11.883886</c:v>
                </c:pt>
                <c:pt idx="206">
                  <c:v>11.476277</c:v>
                </c:pt>
                <c:pt idx="207">
                  <c:v>10.9275</c:v>
                </c:pt>
                <c:pt idx="208">
                  <c:v>9.79998</c:v>
                </c:pt>
                <c:pt idx="209">
                  <c:v>9.841701</c:v>
                </c:pt>
                <c:pt idx="210">
                  <c:v>10.189469</c:v>
                </c:pt>
                <c:pt idx="211">
                  <c:v>9.564718</c:v>
                </c:pt>
                <c:pt idx="212">
                  <c:v>10.037201</c:v>
                </c:pt>
                <c:pt idx="213">
                  <c:v>10.184166</c:v>
                </c:pt>
                <c:pt idx="214">
                  <c:v>13.891179</c:v>
                </c:pt>
                <c:pt idx="215">
                  <c:v>12.950232</c:v>
                </c:pt>
                <c:pt idx="216">
                  <c:v>9.432573</c:v>
                </c:pt>
                <c:pt idx="217">
                  <c:v>12.961969</c:v>
                </c:pt>
                <c:pt idx="218">
                  <c:v>12.786722</c:v>
                </c:pt>
                <c:pt idx="219">
                  <c:v>12.859798</c:v>
                </c:pt>
                <c:pt idx="220">
                  <c:v>14.274402</c:v>
                </c:pt>
                <c:pt idx="221">
                  <c:v>14.294138</c:v>
                </c:pt>
                <c:pt idx="222">
                  <c:v>11.341612</c:v>
                </c:pt>
                <c:pt idx="223">
                  <c:v>12.594077</c:v>
                </c:pt>
                <c:pt idx="224">
                  <c:v>12.85331</c:v>
                </c:pt>
                <c:pt idx="225">
                  <c:v>12.05638</c:v>
                </c:pt>
                <c:pt idx="226">
                  <c:v>10.546739</c:v>
                </c:pt>
                <c:pt idx="227">
                  <c:v>12.968168</c:v>
                </c:pt>
                <c:pt idx="228">
                  <c:v>11.699969</c:v>
                </c:pt>
                <c:pt idx="229">
                  <c:v>10.557292</c:v>
                </c:pt>
                <c:pt idx="230">
                  <c:v>10.663506</c:v>
                </c:pt>
                <c:pt idx="231">
                  <c:v>13.77933</c:v>
                </c:pt>
                <c:pt idx="232">
                  <c:v>12.869702</c:v>
                </c:pt>
                <c:pt idx="233">
                  <c:v>10.471496</c:v>
                </c:pt>
                <c:pt idx="234">
                  <c:v>11.051993</c:v>
                </c:pt>
                <c:pt idx="235">
                  <c:v>10.054241</c:v>
                </c:pt>
                <c:pt idx="236">
                  <c:v>11.455722</c:v>
                </c:pt>
                <c:pt idx="237">
                  <c:v>12.511798</c:v>
                </c:pt>
                <c:pt idx="238">
                  <c:v>11.963045</c:v>
                </c:pt>
                <c:pt idx="239">
                  <c:v>11.627127</c:v>
                </c:pt>
                <c:pt idx="240">
                  <c:v>11.542729</c:v>
                </c:pt>
                <c:pt idx="241">
                  <c:v>13.499474</c:v>
                </c:pt>
                <c:pt idx="242">
                  <c:v>14.336621</c:v>
                </c:pt>
                <c:pt idx="243">
                  <c:v>13.273493</c:v>
                </c:pt>
                <c:pt idx="244">
                  <c:v>13.15107</c:v>
                </c:pt>
                <c:pt idx="245">
                  <c:v>10.877737</c:v>
                </c:pt>
                <c:pt idx="246">
                  <c:v>11.543193</c:v>
                </c:pt>
                <c:pt idx="247">
                  <c:v>11.908812</c:v>
                </c:pt>
                <c:pt idx="248">
                  <c:v>11.869917</c:v>
                </c:pt>
                <c:pt idx="249">
                  <c:v>15.434552</c:v>
                </c:pt>
                <c:pt idx="250">
                  <c:v>12.774568</c:v>
                </c:pt>
                <c:pt idx="251">
                  <c:v>12.99057</c:v>
                </c:pt>
                <c:pt idx="252">
                  <c:v>14.834918</c:v>
                </c:pt>
                <c:pt idx="253">
                  <c:v>14.368265</c:v>
                </c:pt>
                <c:pt idx="254">
                  <c:v>13.748705</c:v>
                </c:pt>
                <c:pt idx="255">
                  <c:v>14.264682</c:v>
                </c:pt>
                <c:pt idx="256">
                  <c:v>17.585998</c:v>
                </c:pt>
                <c:pt idx="257">
                  <c:v>13.402171</c:v>
                </c:pt>
                <c:pt idx="258">
                  <c:v>15.387587</c:v>
                </c:pt>
                <c:pt idx="259">
                  <c:v>13.391409</c:v>
                </c:pt>
                <c:pt idx="260">
                  <c:v>14.299084</c:v>
                </c:pt>
                <c:pt idx="261">
                  <c:v>14.151661</c:v>
                </c:pt>
                <c:pt idx="262">
                  <c:v>13.543116</c:v>
                </c:pt>
                <c:pt idx="263">
                  <c:v>16.760249</c:v>
                </c:pt>
                <c:pt idx="264">
                  <c:v>11.656289</c:v>
                </c:pt>
                <c:pt idx="265">
                  <c:v>15.97958</c:v>
                </c:pt>
                <c:pt idx="266">
                  <c:v>15.83174</c:v>
                </c:pt>
                <c:pt idx="267">
                  <c:v>14.77148</c:v>
                </c:pt>
                <c:pt idx="268">
                  <c:v>15.944591</c:v>
                </c:pt>
                <c:pt idx="269">
                  <c:v>14.534736</c:v>
                </c:pt>
                <c:pt idx="270">
                  <c:v>16.604577</c:v>
                </c:pt>
                <c:pt idx="271">
                  <c:v>17.917705</c:v>
                </c:pt>
                <c:pt idx="272">
                  <c:v>15.339856</c:v>
                </c:pt>
                <c:pt idx="273">
                  <c:v>21.274904</c:v>
                </c:pt>
                <c:pt idx="274">
                  <c:v>25.242274</c:v>
                </c:pt>
                <c:pt idx="275">
                  <c:v>15.911869</c:v>
                </c:pt>
                <c:pt idx="276">
                  <c:v>15.294169</c:v>
                </c:pt>
                <c:pt idx="277">
                  <c:v>14.302182</c:v>
                </c:pt>
                <c:pt idx="278">
                  <c:v>13.425873</c:v>
                </c:pt>
                <c:pt idx="279">
                  <c:v>11.955676</c:v>
                </c:pt>
                <c:pt idx="280">
                  <c:v>12.322432</c:v>
                </c:pt>
                <c:pt idx="281">
                  <c:v>11.018438</c:v>
                </c:pt>
                <c:pt idx="282">
                  <c:v>10.07984</c:v>
                </c:pt>
                <c:pt idx="283">
                  <c:v>14.27269</c:v>
                </c:pt>
                <c:pt idx="284">
                  <c:v>9.774418</c:v>
                </c:pt>
                <c:pt idx="285">
                  <c:v>11.906058</c:v>
                </c:pt>
                <c:pt idx="286">
                  <c:v>12.593185</c:v>
                </c:pt>
                <c:pt idx="287">
                  <c:v>10.151018</c:v>
                </c:pt>
                <c:pt idx="288">
                  <c:v>8.874985</c:v>
                </c:pt>
                <c:pt idx="289">
                  <c:v>8.237353</c:v>
                </c:pt>
                <c:pt idx="290">
                  <c:v>9.619823</c:v>
                </c:pt>
                <c:pt idx="291">
                  <c:v>9.110062</c:v>
                </c:pt>
                <c:pt idx="292">
                  <c:v>8.969116</c:v>
                </c:pt>
                <c:pt idx="293">
                  <c:v>9.766425</c:v>
                </c:pt>
                <c:pt idx="294">
                  <c:v>7.854059</c:v>
                </c:pt>
                <c:pt idx="295">
                  <c:v>7.582522</c:v>
                </c:pt>
                <c:pt idx="296">
                  <c:v>8.107169</c:v>
                </c:pt>
                <c:pt idx="297">
                  <c:v>7.479797</c:v>
                </c:pt>
                <c:pt idx="298">
                  <c:v>7.143046</c:v>
                </c:pt>
                <c:pt idx="299">
                  <c:v>7.332853</c:v>
                </c:pt>
                <c:pt idx="300">
                  <c:v>6.921607</c:v>
                </c:pt>
                <c:pt idx="301">
                  <c:v>6.722436</c:v>
                </c:pt>
                <c:pt idx="302">
                  <c:v>6.608546</c:v>
                </c:pt>
                <c:pt idx="303">
                  <c:v>5.746806</c:v>
                </c:pt>
                <c:pt idx="304">
                  <c:v>5.956689</c:v>
                </c:pt>
                <c:pt idx="305">
                  <c:v>7.130817</c:v>
                </c:pt>
                <c:pt idx="306">
                  <c:v>7.905171</c:v>
                </c:pt>
                <c:pt idx="307">
                  <c:v>6.087499</c:v>
                </c:pt>
                <c:pt idx="308">
                  <c:v>6.18021</c:v>
                </c:pt>
                <c:pt idx="309">
                  <c:v>6.098308</c:v>
                </c:pt>
                <c:pt idx="310">
                  <c:v>5.669018</c:v>
                </c:pt>
                <c:pt idx="311">
                  <c:v>5.817653</c:v>
                </c:pt>
                <c:pt idx="312">
                  <c:v>5.568166</c:v>
                </c:pt>
                <c:pt idx="313">
                  <c:v>5.607268</c:v>
                </c:pt>
                <c:pt idx="314">
                  <c:v>5.580005</c:v>
                </c:pt>
                <c:pt idx="315">
                  <c:v>5.400703</c:v>
                </c:pt>
                <c:pt idx="316">
                  <c:v>5.045882</c:v>
                </c:pt>
                <c:pt idx="317">
                  <c:v>4.553054</c:v>
                </c:pt>
                <c:pt idx="318">
                  <c:v>4.219964</c:v>
                </c:pt>
                <c:pt idx="319">
                  <c:v>4.980643</c:v>
                </c:pt>
                <c:pt idx="320">
                  <c:v>4.607741</c:v>
                </c:pt>
                <c:pt idx="321">
                  <c:v>4.740007</c:v>
                </c:pt>
                <c:pt idx="322">
                  <c:v>5.298111</c:v>
                </c:pt>
                <c:pt idx="323">
                  <c:v>5.025523</c:v>
                </c:pt>
                <c:pt idx="324">
                  <c:v>5.75873</c:v>
                </c:pt>
                <c:pt idx="325">
                  <c:v>5.540412</c:v>
                </c:pt>
                <c:pt idx="326">
                  <c:v>6.424751</c:v>
                </c:pt>
                <c:pt idx="327">
                  <c:v>5.763516</c:v>
                </c:pt>
                <c:pt idx="328">
                  <c:v>4.733701</c:v>
                </c:pt>
                <c:pt idx="329">
                  <c:v>6.072672</c:v>
                </c:pt>
                <c:pt idx="330">
                  <c:v>5.649982</c:v>
                </c:pt>
                <c:pt idx="331">
                  <c:v>5.521253</c:v>
                </c:pt>
                <c:pt idx="332">
                  <c:v>6.705529</c:v>
                </c:pt>
                <c:pt idx="333">
                  <c:v>6.230121</c:v>
                </c:pt>
                <c:pt idx="334">
                  <c:v>6.752698</c:v>
                </c:pt>
                <c:pt idx="335">
                  <c:v>6.926125</c:v>
                </c:pt>
                <c:pt idx="336">
                  <c:v>6.929589</c:v>
                </c:pt>
                <c:pt idx="337">
                  <c:v>7.237128</c:v>
                </c:pt>
                <c:pt idx="338">
                  <c:v>8.044009</c:v>
                </c:pt>
                <c:pt idx="339">
                  <c:v>6.931877</c:v>
                </c:pt>
                <c:pt idx="340">
                  <c:v>7.844264</c:v>
                </c:pt>
                <c:pt idx="341">
                  <c:v>8.89232</c:v>
                </c:pt>
                <c:pt idx="342">
                  <c:v>10.104687</c:v>
                </c:pt>
                <c:pt idx="343">
                  <c:v>10.994062</c:v>
                </c:pt>
                <c:pt idx="344">
                  <c:v>15.757148</c:v>
                </c:pt>
                <c:pt idx="345">
                  <c:v>14.248302</c:v>
                </c:pt>
                <c:pt idx="346">
                  <c:v>11.315031</c:v>
                </c:pt>
                <c:pt idx="347">
                  <c:v>10.212778</c:v>
                </c:pt>
                <c:pt idx="348">
                  <c:v>9.675988</c:v>
                </c:pt>
                <c:pt idx="349">
                  <c:v>11.181319</c:v>
                </c:pt>
                <c:pt idx="350">
                  <c:v>11.615617</c:v>
                </c:pt>
                <c:pt idx="351">
                  <c:v>11.054098</c:v>
                </c:pt>
                <c:pt idx="352">
                  <c:v>11.891611</c:v>
                </c:pt>
                <c:pt idx="353">
                  <c:v>12.98364</c:v>
                </c:pt>
                <c:pt idx="354">
                  <c:v>14.149516</c:v>
                </c:pt>
                <c:pt idx="355">
                  <c:v>13.54778</c:v>
                </c:pt>
                <c:pt idx="356">
                  <c:v>14.114553</c:v>
                </c:pt>
                <c:pt idx="357">
                  <c:v>12.735047</c:v>
                </c:pt>
                <c:pt idx="358">
                  <c:v>10.673898</c:v>
                </c:pt>
                <c:pt idx="359">
                  <c:v>14.163142</c:v>
                </c:pt>
                <c:pt idx="360">
                  <c:v>14.966743</c:v>
                </c:pt>
                <c:pt idx="361">
                  <c:v>14.533168</c:v>
                </c:pt>
                <c:pt idx="362">
                  <c:v>13.710543</c:v>
                </c:pt>
                <c:pt idx="363">
                  <c:v>12.519607</c:v>
                </c:pt>
                <c:pt idx="364">
                  <c:v>12.95355</c:v>
                </c:pt>
                <c:pt idx="365">
                  <c:v>12.617937</c:v>
                </c:pt>
                <c:pt idx="366">
                  <c:v>12.790137</c:v>
                </c:pt>
                <c:pt idx="367">
                  <c:v>11.405832</c:v>
                </c:pt>
                <c:pt idx="368">
                  <c:v>13.904142</c:v>
                </c:pt>
                <c:pt idx="369">
                  <c:v>13.352846</c:v>
                </c:pt>
                <c:pt idx="370">
                  <c:v>15.106147</c:v>
                </c:pt>
                <c:pt idx="371">
                  <c:v>12.205676</c:v>
                </c:pt>
                <c:pt idx="372">
                  <c:v>12.440507</c:v>
                </c:pt>
                <c:pt idx="373">
                  <c:v>14.243783</c:v>
                </c:pt>
                <c:pt idx="374">
                  <c:v>15.476344</c:v>
                </c:pt>
                <c:pt idx="375">
                  <c:v>13.125554</c:v>
                </c:pt>
                <c:pt idx="376">
                  <c:v>15.187813</c:v>
                </c:pt>
                <c:pt idx="377">
                  <c:v>14.906886</c:v>
                </c:pt>
                <c:pt idx="378">
                  <c:v>17.092348</c:v>
                </c:pt>
                <c:pt idx="379">
                  <c:v>14.128484</c:v>
                </c:pt>
                <c:pt idx="380">
                  <c:v>14.572809</c:v>
                </c:pt>
                <c:pt idx="381">
                  <c:v>15.090931</c:v>
                </c:pt>
                <c:pt idx="382">
                  <c:v>18.024836</c:v>
                </c:pt>
                <c:pt idx="383">
                  <c:v>14.739865</c:v>
                </c:pt>
                <c:pt idx="384">
                  <c:v>12.190406</c:v>
                </c:pt>
                <c:pt idx="385">
                  <c:v>12.856822</c:v>
                </c:pt>
                <c:pt idx="386">
                  <c:v>13.138886</c:v>
                </c:pt>
                <c:pt idx="387">
                  <c:v>14.181495</c:v>
                </c:pt>
                <c:pt idx="388">
                  <c:v>12.934108</c:v>
                </c:pt>
                <c:pt idx="389">
                  <c:v>15.334015</c:v>
                </c:pt>
                <c:pt idx="390">
                  <c:v>15.881332</c:v>
                </c:pt>
                <c:pt idx="391">
                  <c:v>17.201476</c:v>
                </c:pt>
                <c:pt idx="392">
                  <c:v>14.218197</c:v>
                </c:pt>
                <c:pt idx="393">
                  <c:v>12.576924</c:v>
                </c:pt>
                <c:pt idx="394">
                  <c:v>13.095927</c:v>
                </c:pt>
                <c:pt idx="395">
                  <c:v>13.916594</c:v>
                </c:pt>
                <c:pt idx="396">
                  <c:v>15.588117</c:v>
                </c:pt>
                <c:pt idx="397">
                  <c:v>12.66742</c:v>
                </c:pt>
                <c:pt idx="398">
                  <c:v>14.052654</c:v>
                </c:pt>
                <c:pt idx="399">
                  <c:v>13.757284</c:v>
                </c:pt>
                <c:pt idx="400">
                  <c:v>13.487583</c:v>
                </c:pt>
                <c:pt idx="401">
                  <c:v>15.491988</c:v>
                </c:pt>
                <c:pt idx="402">
                  <c:v>13.39125</c:v>
                </c:pt>
                <c:pt idx="403">
                  <c:v>13.343467</c:v>
                </c:pt>
                <c:pt idx="404">
                  <c:v>15.397073</c:v>
                </c:pt>
                <c:pt idx="405">
                  <c:v>12.266691</c:v>
                </c:pt>
                <c:pt idx="406">
                  <c:v>12.437434</c:v>
                </c:pt>
                <c:pt idx="407">
                  <c:v>12.253432</c:v>
                </c:pt>
                <c:pt idx="408">
                  <c:v>13.86209</c:v>
                </c:pt>
                <c:pt idx="409">
                  <c:v>11.645906</c:v>
                </c:pt>
                <c:pt idx="410">
                  <c:v>12.756237</c:v>
                </c:pt>
                <c:pt idx="411">
                  <c:v>13.179994</c:v>
                </c:pt>
                <c:pt idx="412">
                  <c:v>11.766798</c:v>
                </c:pt>
                <c:pt idx="413">
                  <c:v>13.694162</c:v>
                </c:pt>
                <c:pt idx="414">
                  <c:v>15.852895</c:v>
                </c:pt>
                <c:pt idx="415">
                  <c:v>13.042707</c:v>
                </c:pt>
                <c:pt idx="416">
                  <c:v>13.043518</c:v>
                </c:pt>
                <c:pt idx="417">
                  <c:v>13.834324</c:v>
                </c:pt>
                <c:pt idx="418">
                  <c:v>12.653671</c:v>
                </c:pt>
                <c:pt idx="419">
                  <c:v>11.837255</c:v>
                </c:pt>
                <c:pt idx="420">
                  <c:v>11.942109</c:v>
                </c:pt>
                <c:pt idx="421">
                  <c:v>12.552819</c:v>
                </c:pt>
                <c:pt idx="422">
                  <c:v>13.288122</c:v>
                </c:pt>
                <c:pt idx="423">
                  <c:v>10.826551</c:v>
                </c:pt>
                <c:pt idx="424">
                  <c:v>9.599181</c:v>
                </c:pt>
                <c:pt idx="425">
                  <c:v>10.102685</c:v>
                </c:pt>
                <c:pt idx="426">
                  <c:v>9.19255</c:v>
                </c:pt>
                <c:pt idx="427">
                  <c:v>10.798823</c:v>
                </c:pt>
                <c:pt idx="428">
                  <c:v>9.476305</c:v>
                </c:pt>
                <c:pt idx="429">
                  <c:v>12.602686</c:v>
                </c:pt>
                <c:pt idx="430">
                  <c:v>8.938475</c:v>
                </c:pt>
                <c:pt idx="431">
                  <c:v>9.975573</c:v>
                </c:pt>
                <c:pt idx="432">
                  <c:v>9.26019</c:v>
                </c:pt>
                <c:pt idx="433">
                  <c:v>9.215273</c:v>
                </c:pt>
                <c:pt idx="434">
                  <c:v>8.669007</c:v>
                </c:pt>
                <c:pt idx="435">
                  <c:v>7.811099</c:v>
                </c:pt>
                <c:pt idx="436">
                  <c:v>7.6102</c:v>
                </c:pt>
                <c:pt idx="437">
                  <c:v>7.776196</c:v>
                </c:pt>
                <c:pt idx="438">
                  <c:v>7.035252</c:v>
                </c:pt>
                <c:pt idx="439">
                  <c:v>8.457139</c:v>
                </c:pt>
                <c:pt idx="440">
                  <c:v>8.812707</c:v>
                </c:pt>
                <c:pt idx="441">
                  <c:v>8.71363</c:v>
                </c:pt>
                <c:pt idx="442">
                  <c:v>6.376637</c:v>
                </c:pt>
                <c:pt idx="443">
                  <c:v>6.754778</c:v>
                </c:pt>
                <c:pt idx="444">
                  <c:v>6.11083</c:v>
                </c:pt>
                <c:pt idx="445">
                  <c:v>5.887774</c:v>
                </c:pt>
                <c:pt idx="446">
                  <c:v>6.107746</c:v>
                </c:pt>
                <c:pt idx="447">
                  <c:v>6.018401</c:v>
                </c:pt>
                <c:pt idx="448">
                  <c:v>5.417423</c:v>
                </c:pt>
                <c:pt idx="449">
                  <c:v>5.511249</c:v>
                </c:pt>
                <c:pt idx="450">
                  <c:v>5.336269</c:v>
                </c:pt>
                <c:pt idx="451">
                  <c:v>5.005542</c:v>
                </c:pt>
                <c:pt idx="452">
                  <c:v>5.372874</c:v>
                </c:pt>
                <c:pt idx="453">
                  <c:v>4.749482</c:v>
                </c:pt>
                <c:pt idx="454">
                  <c:v>4.989248</c:v>
                </c:pt>
                <c:pt idx="455">
                  <c:v>5.460628</c:v>
                </c:pt>
                <c:pt idx="456">
                  <c:v>5.506207</c:v>
                </c:pt>
                <c:pt idx="457">
                  <c:v>4.69439</c:v>
                </c:pt>
                <c:pt idx="458">
                  <c:v>5.563428</c:v>
                </c:pt>
                <c:pt idx="459">
                  <c:v>4.906269</c:v>
                </c:pt>
                <c:pt idx="460">
                  <c:v>5.265865</c:v>
                </c:pt>
                <c:pt idx="461">
                  <c:v>6.042373</c:v>
                </c:pt>
                <c:pt idx="462">
                  <c:v>5.120144</c:v>
                </c:pt>
                <c:pt idx="463">
                  <c:v>4.656905</c:v>
                </c:pt>
                <c:pt idx="464">
                  <c:v>5.516062</c:v>
                </c:pt>
                <c:pt idx="465">
                  <c:v>4.947367</c:v>
                </c:pt>
                <c:pt idx="466">
                  <c:v>5.107766</c:v>
                </c:pt>
                <c:pt idx="467">
                  <c:v>5.311332</c:v>
                </c:pt>
                <c:pt idx="468">
                  <c:v>5.600791</c:v>
                </c:pt>
                <c:pt idx="469">
                  <c:v>5.318311</c:v>
                </c:pt>
                <c:pt idx="470">
                  <c:v>5.646429</c:v>
                </c:pt>
                <c:pt idx="471">
                  <c:v>6.738523</c:v>
                </c:pt>
                <c:pt idx="472">
                  <c:v>7.556641</c:v>
                </c:pt>
                <c:pt idx="473">
                  <c:v>8.772283</c:v>
                </c:pt>
                <c:pt idx="474">
                  <c:v>9.985428</c:v>
                </c:pt>
                <c:pt idx="475">
                  <c:v>11.940727</c:v>
                </c:pt>
                <c:pt idx="476">
                  <c:v>12.135111</c:v>
                </c:pt>
                <c:pt idx="477">
                  <c:v>11.392429</c:v>
                </c:pt>
                <c:pt idx="478">
                  <c:v>9.612158</c:v>
                </c:pt>
                <c:pt idx="479">
                  <c:v>9.109487</c:v>
                </c:pt>
                <c:pt idx="480">
                  <c:v>8.930467</c:v>
                </c:pt>
                <c:pt idx="481">
                  <c:v>9.075464</c:v>
                </c:pt>
                <c:pt idx="482">
                  <c:v>9.626665</c:v>
                </c:pt>
                <c:pt idx="483">
                  <c:v>10.568678</c:v>
                </c:pt>
                <c:pt idx="484">
                  <c:v>8.751887</c:v>
                </c:pt>
                <c:pt idx="485">
                  <c:v>7.516829</c:v>
                </c:pt>
                <c:pt idx="486">
                  <c:v>7.766855</c:v>
                </c:pt>
                <c:pt idx="487">
                  <c:v>7.846675</c:v>
                </c:pt>
                <c:pt idx="488">
                  <c:v>9.088797</c:v>
                </c:pt>
                <c:pt idx="489">
                  <c:v>9.006895</c:v>
                </c:pt>
                <c:pt idx="490">
                  <c:v>8.320159</c:v>
                </c:pt>
                <c:pt idx="491">
                  <c:v>8.036957</c:v>
                </c:pt>
                <c:pt idx="492">
                  <c:v>7.155484</c:v>
                </c:pt>
                <c:pt idx="493">
                  <c:v>8.405036</c:v>
                </c:pt>
                <c:pt idx="494">
                  <c:v>7.236761</c:v>
                </c:pt>
                <c:pt idx="495">
                  <c:v>8.940626</c:v>
                </c:pt>
                <c:pt idx="496">
                  <c:v>10.838609</c:v>
                </c:pt>
                <c:pt idx="497">
                  <c:v>8.501433</c:v>
                </c:pt>
                <c:pt idx="498">
                  <c:v>12.636779</c:v>
                </c:pt>
                <c:pt idx="499">
                  <c:v>8.260381</c:v>
                </c:pt>
                <c:pt idx="500">
                  <c:v>8.331863</c:v>
                </c:pt>
                <c:pt idx="501">
                  <c:v>11.006513</c:v>
                </c:pt>
                <c:pt idx="502">
                  <c:v>9.458369</c:v>
                </c:pt>
                <c:pt idx="503">
                  <c:v>8.536422</c:v>
                </c:pt>
                <c:pt idx="504">
                  <c:v>11.184236</c:v>
                </c:pt>
                <c:pt idx="505">
                  <c:v>10.274908</c:v>
                </c:pt>
                <c:pt idx="506">
                  <c:v>8.45387</c:v>
                </c:pt>
                <c:pt idx="507">
                  <c:v>8.725626</c:v>
                </c:pt>
                <c:pt idx="508">
                  <c:v>8.33698</c:v>
                </c:pt>
                <c:pt idx="509">
                  <c:v>8.232308</c:v>
                </c:pt>
                <c:pt idx="510">
                  <c:v>8.599015</c:v>
                </c:pt>
                <c:pt idx="511">
                  <c:v>8.338987</c:v>
                </c:pt>
                <c:pt idx="512">
                  <c:v>7.86926</c:v>
                </c:pt>
                <c:pt idx="513">
                  <c:v>9.252328</c:v>
                </c:pt>
                <c:pt idx="514">
                  <c:v>9.021647</c:v>
                </c:pt>
                <c:pt idx="515">
                  <c:v>8.410665</c:v>
                </c:pt>
                <c:pt idx="516">
                  <c:v>8.873525</c:v>
                </c:pt>
                <c:pt idx="517">
                  <c:v>8.416272</c:v>
                </c:pt>
                <c:pt idx="518">
                  <c:v>8.86853</c:v>
                </c:pt>
                <c:pt idx="519">
                  <c:v>8.815583</c:v>
                </c:pt>
                <c:pt idx="520">
                  <c:v>9.598201</c:v>
                </c:pt>
                <c:pt idx="521">
                  <c:v>10.016927</c:v>
                </c:pt>
                <c:pt idx="522">
                  <c:v>11.13049</c:v>
                </c:pt>
                <c:pt idx="523">
                  <c:v>11.232911</c:v>
                </c:pt>
                <c:pt idx="524">
                  <c:v>13.484684</c:v>
                </c:pt>
                <c:pt idx="525">
                  <c:v>12.584036</c:v>
                </c:pt>
                <c:pt idx="526">
                  <c:v>10.109723</c:v>
                </c:pt>
                <c:pt idx="527">
                  <c:v>10.586145</c:v>
                </c:pt>
                <c:pt idx="528">
                  <c:v>11.602275</c:v>
                </c:pt>
                <c:pt idx="529">
                  <c:v>13.326538</c:v>
                </c:pt>
                <c:pt idx="530">
                  <c:v>12.107359</c:v>
                </c:pt>
                <c:pt idx="531">
                  <c:v>11.121725</c:v>
                </c:pt>
                <c:pt idx="532">
                  <c:v>10.314122</c:v>
                </c:pt>
                <c:pt idx="533">
                  <c:v>11.187588</c:v>
                </c:pt>
                <c:pt idx="534">
                  <c:v>13.447835</c:v>
                </c:pt>
                <c:pt idx="535">
                  <c:v>12.701124</c:v>
                </c:pt>
                <c:pt idx="536">
                  <c:v>13.115172</c:v>
                </c:pt>
                <c:pt idx="537">
                  <c:v>11.873307</c:v>
                </c:pt>
                <c:pt idx="538">
                  <c:v>14.380323</c:v>
                </c:pt>
                <c:pt idx="539">
                  <c:v>11.42873</c:v>
                </c:pt>
                <c:pt idx="540">
                  <c:v>11.621899</c:v>
                </c:pt>
                <c:pt idx="541">
                  <c:v>12.198698</c:v>
                </c:pt>
                <c:pt idx="542">
                  <c:v>13.685557</c:v>
                </c:pt>
                <c:pt idx="543">
                  <c:v>14.131617</c:v>
                </c:pt>
                <c:pt idx="544">
                  <c:v>13.341727</c:v>
                </c:pt>
                <c:pt idx="545">
                  <c:v>15.291362</c:v>
                </c:pt>
                <c:pt idx="546">
                  <c:v>15.024674</c:v>
                </c:pt>
                <c:pt idx="547">
                  <c:v>17.045212</c:v>
                </c:pt>
                <c:pt idx="548">
                  <c:v>12.218567</c:v>
                </c:pt>
                <c:pt idx="549">
                  <c:v>11.360963</c:v>
                </c:pt>
                <c:pt idx="550">
                  <c:v>10.480566</c:v>
                </c:pt>
                <c:pt idx="551">
                  <c:v>13.748896</c:v>
                </c:pt>
                <c:pt idx="552">
                  <c:v>14.286151</c:v>
                </c:pt>
                <c:pt idx="553">
                  <c:v>13.84539</c:v>
                </c:pt>
                <c:pt idx="554">
                  <c:v>15.147954</c:v>
                </c:pt>
                <c:pt idx="555">
                  <c:v>15.991697</c:v>
                </c:pt>
                <c:pt idx="556">
                  <c:v>15.686899</c:v>
                </c:pt>
                <c:pt idx="557">
                  <c:v>15.566349</c:v>
                </c:pt>
                <c:pt idx="558">
                  <c:v>17.525164</c:v>
                </c:pt>
                <c:pt idx="559">
                  <c:v>17.372245</c:v>
                </c:pt>
                <c:pt idx="560">
                  <c:v>14.666708</c:v>
                </c:pt>
                <c:pt idx="561">
                  <c:v>14.700571</c:v>
                </c:pt>
                <c:pt idx="562">
                  <c:v>13.226555</c:v>
                </c:pt>
                <c:pt idx="563">
                  <c:v>13.413406</c:v>
                </c:pt>
                <c:pt idx="564">
                  <c:v>12.190753</c:v>
                </c:pt>
                <c:pt idx="565">
                  <c:v>12.772252</c:v>
                </c:pt>
                <c:pt idx="566">
                  <c:v>11.709748</c:v>
                </c:pt>
                <c:pt idx="567">
                  <c:v>13.457811</c:v>
                </c:pt>
                <c:pt idx="568">
                  <c:v>12.87875</c:v>
                </c:pt>
                <c:pt idx="569">
                  <c:v>13.328937</c:v>
                </c:pt>
                <c:pt idx="570">
                  <c:v>12.480297</c:v>
                </c:pt>
                <c:pt idx="571">
                  <c:v>11.677331</c:v>
                </c:pt>
                <c:pt idx="572">
                  <c:v>11.65384</c:v>
                </c:pt>
                <c:pt idx="573">
                  <c:v>10.080085</c:v>
                </c:pt>
                <c:pt idx="574">
                  <c:v>11.416939</c:v>
                </c:pt>
                <c:pt idx="575">
                  <c:v>9.814464</c:v>
                </c:pt>
                <c:pt idx="576">
                  <c:v>9.229353</c:v>
                </c:pt>
                <c:pt idx="577">
                  <c:v>9.296294</c:v>
                </c:pt>
                <c:pt idx="578">
                  <c:v>10.02671</c:v>
                </c:pt>
                <c:pt idx="579">
                  <c:v>8.877055</c:v>
                </c:pt>
                <c:pt idx="580">
                  <c:v>10.510884</c:v>
                </c:pt>
                <c:pt idx="581">
                  <c:v>8.540843</c:v>
                </c:pt>
                <c:pt idx="582">
                  <c:v>8.456663</c:v>
                </c:pt>
                <c:pt idx="583">
                  <c:v>8.517411</c:v>
                </c:pt>
                <c:pt idx="584">
                  <c:v>8.173106</c:v>
                </c:pt>
                <c:pt idx="585">
                  <c:v>8.32627</c:v>
                </c:pt>
                <c:pt idx="586">
                  <c:v>7.627134</c:v>
                </c:pt>
                <c:pt idx="587">
                  <c:v>8.748155</c:v>
                </c:pt>
                <c:pt idx="588">
                  <c:v>8.160056</c:v>
                </c:pt>
                <c:pt idx="589">
                  <c:v>7.320843</c:v>
                </c:pt>
                <c:pt idx="590">
                  <c:v>8.387434</c:v>
                </c:pt>
                <c:pt idx="591">
                  <c:v>7.840176</c:v>
                </c:pt>
                <c:pt idx="592">
                  <c:v>7.297288</c:v>
                </c:pt>
                <c:pt idx="593">
                  <c:v>7.389081</c:v>
                </c:pt>
                <c:pt idx="594">
                  <c:v>7.418339</c:v>
                </c:pt>
                <c:pt idx="595">
                  <c:v>6.659192</c:v>
                </c:pt>
                <c:pt idx="596">
                  <c:v>6.285495</c:v>
                </c:pt>
                <c:pt idx="597">
                  <c:v>6.328342</c:v>
                </c:pt>
                <c:pt idx="598">
                  <c:v>6.268465</c:v>
                </c:pt>
                <c:pt idx="599">
                  <c:v>5.797661</c:v>
                </c:pt>
                <c:pt idx="600">
                  <c:v>6.440127</c:v>
                </c:pt>
                <c:pt idx="601">
                  <c:v>5.686096</c:v>
                </c:pt>
                <c:pt idx="602">
                  <c:v>5.543607</c:v>
                </c:pt>
                <c:pt idx="603">
                  <c:v>5.648744</c:v>
                </c:pt>
                <c:pt idx="604">
                  <c:v>5.035046</c:v>
                </c:pt>
                <c:pt idx="605">
                  <c:v>5.746315</c:v>
                </c:pt>
                <c:pt idx="606">
                  <c:v>5.389499</c:v>
                </c:pt>
                <c:pt idx="607">
                  <c:v>5.584876</c:v>
                </c:pt>
                <c:pt idx="608">
                  <c:v>5.424268</c:v>
                </c:pt>
                <c:pt idx="609">
                  <c:v>5.525414</c:v>
                </c:pt>
                <c:pt idx="610">
                  <c:v>6.125118</c:v>
                </c:pt>
                <c:pt idx="611">
                  <c:v>6.503419</c:v>
                </c:pt>
                <c:pt idx="612">
                  <c:v>6.948955</c:v>
                </c:pt>
                <c:pt idx="613">
                  <c:v>7.59977</c:v>
                </c:pt>
                <c:pt idx="614">
                  <c:v>6.854542</c:v>
                </c:pt>
                <c:pt idx="615">
                  <c:v>7.658057</c:v>
                </c:pt>
                <c:pt idx="616">
                  <c:v>7.556555</c:v>
                </c:pt>
                <c:pt idx="617">
                  <c:v>8.962762</c:v>
                </c:pt>
                <c:pt idx="618">
                  <c:v>9.388551</c:v>
                </c:pt>
                <c:pt idx="619">
                  <c:v>10.555222</c:v>
                </c:pt>
                <c:pt idx="620">
                  <c:v>11.021987</c:v>
                </c:pt>
                <c:pt idx="621">
                  <c:v>9.912767</c:v>
                </c:pt>
                <c:pt idx="622">
                  <c:v>10.03933</c:v>
                </c:pt>
                <c:pt idx="623">
                  <c:v>9.191521</c:v>
                </c:pt>
                <c:pt idx="624">
                  <c:v>11.38535</c:v>
                </c:pt>
                <c:pt idx="625">
                  <c:v>9.918215</c:v>
                </c:pt>
                <c:pt idx="626">
                  <c:v>9.975424</c:v>
                </c:pt>
                <c:pt idx="627">
                  <c:v>11.432828</c:v>
                </c:pt>
                <c:pt idx="628">
                  <c:v>10.198897</c:v>
                </c:pt>
                <c:pt idx="629">
                  <c:v>8.50202</c:v>
                </c:pt>
                <c:pt idx="630">
                  <c:v>10.351779</c:v>
                </c:pt>
                <c:pt idx="631">
                  <c:v>9.679307</c:v>
                </c:pt>
                <c:pt idx="632">
                  <c:v>8.483816</c:v>
                </c:pt>
                <c:pt idx="633">
                  <c:v>9.550419</c:v>
                </c:pt>
                <c:pt idx="634">
                  <c:v>9.031245</c:v>
                </c:pt>
                <c:pt idx="635">
                  <c:v>8.921995</c:v>
                </c:pt>
                <c:pt idx="636">
                  <c:v>9.297554</c:v>
                </c:pt>
                <c:pt idx="637">
                  <c:v>9.077204</c:v>
                </c:pt>
                <c:pt idx="638">
                  <c:v>9.985342</c:v>
                </c:pt>
                <c:pt idx="639">
                  <c:v>10.707544</c:v>
                </c:pt>
                <c:pt idx="640">
                  <c:v>11.076993</c:v>
                </c:pt>
                <c:pt idx="641">
                  <c:v>9.314755</c:v>
                </c:pt>
                <c:pt idx="642">
                  <c:v>9.241876</c:v>
                </c:pt>
                <c:pt idx="643">
                  <c:v>8.484196</c:v>
                </c:pt>
                <c:pt idx="644">
                  <c:v>8.859755</c:v>
                </c:pt>
                <c:pt idx="645">
                  <c:v>8.427514</c:v>
                </c:pt>
                <c:pt idx="646">
                  <c:v>10.964852</c:v>
                </c:pt>
                <c:pt idx="647">
                  <c:v>9.036164</c:v>
                </c:pt>
                <c:pt idx="648">
                  <c:v>10.986263</c:v>
                </c:pt>
                <c:pt idx="649">
                  <c:v>9.212969</c:v>
                </c:pt>
                <c:pt idx="650">
                  <c:v>8.754543</c:v>
                </c:pt>
                <c:pt idx="651">
                  <c:v>9.027559</c:v>
                </c:pt>
                <c:pt idx="652">
                  <c:v>10.897532</c:v>
                </c:pt>
                <c:pt idx="653">
                  <c:v>9.223768</c:v>
                </c:pt>
                <c:pt idx="654">
                  <c:v>10.117006</c:v>
                </c:pt>
                <c:pt idx="655">
                  <c:v>10.416613</c:v>
                </c:pt>
                <c:pt idx="656">
                  <c:v>10.134342</c:v>
                </c:pt>
                <c:pt idx="657">
                  <c:v>10.254464</c:v>
                </c:pt>
                <c:pt idx="658">
                  <c:v>9.094783</c:v>
                </c:pt>
                <c:pt idx="659">
                  <c:v>8.867614</c:v>
                </c:pt>
                <c:pt idx="660">
                  <c:v>9.856587</c:v>
                </c:pt>
                <c:pt idx="661">
                  <c:v>8.720547</c:v>
                </c:pt>
                <c:pt idx="662">
                  <c:v>9.157855</c:v>
                </c:pt>
                <c:pt idx="663">
                  <c:v>8.896898</c:v>
                </c:pt>
                <c:pt idx="664">
                  <c:v>8.696709</c:v>
                </c:pt>
                <c:pt idx="665">
                  <c:v>8.101781</c:v>
                </c:pt>
                <c:pt idx="666">
                  <c:v>8.470142</c:v>
                </c:pt>
                <c:pt idx="667">
                  <c:v>9.340696</c:v>
                </c:pt>
                <c:pt idx="668">
                  <c:v>8.852739</c:v>
                </c:pt>
                <c:pt idx="669">
                  <c:v>9.790638</c:v>
                </c:pt>
                <c:pt idx="670">
                  <c:v>10.083709</c:v>
                </c:pt>
                <c:pt idx="671">
                  <c:v>9.606807</c:v>
                </c:pt>
                <c:pt idx="672">
                  <c:v>10.552662</c:v>
                </c:pt>
                <c:pt idx="673">
                  <c:v>9.902828</c:v>
                </c:pt>
                <c:pt idx="674">
                  <c:v>9.376052</c:v>
                </c:pt>
                <c:pt idx="675">
                  <c:v>9.94122</c:v>
                </c:pt>
                <c:pt idx="676">
                  <c:v>10.634712</c:v>
                </c:pt>
                <c:pt idx="677">
                  <c:v>11.285197</c:v>
                </c:pt>
                <c:pt idx="678">
                  <c:v>10.780322</c:v>
                </c:pt>
                <c:pt idx="679">
                  <c:v>10.857854</c:v>
                </c:pt>
                <c:pt idx="680">
                  <c:v>10.429983</c:v>
                </c:pt>
                <c:pt idx="681">
                  <c:v>12.072786</c:v>
                </c:pt>
                <c:pt idx="682">
                  <c:v>11.358173</c:v>
                </c:pt>
                <c:pt idx="683">
                  <c:v>11.22773</c:v>
                </c:pt>
                <c:pt idx="684">
                  <c:v>11.904379</c:v>
                </c:pt>
                <c:pt idx="685">
                  <c:v>12.451722</c:v>
                </c:pt>
                <c:pt idx="686">
                  <c:v>13.016571</c:v>
                </c:pt>
                <c:pt idx="687">
                  <c:v>13.860095</c:v>
                </c:pt>
                <c:pt idx="688">
                  <c:v>15.307106</c:v>
                </c:pt>
                <c:pt idx="689">
                  <c:v>11.817227</c:v>
                </c:pt>
                <c:pt idx="690">
                  <c:v>11.27348</c:v>
                </c:pt>
                <c:pt idx="691">
                  <c:v>14.43119</c:v>
                </c:pt>
                <c:pt idx="692">
                  <c:v>12.058742</c:v>
                </c:pt>
                <c:pt idx="693">
                  <c:v>15.170174</c:v>
                </c:pt>
                <c:pt idx="694">
                  <c:v>17.396445</c:v>
                </c:pt>
                <c:pt idx="695">
                  <c:v>13.2992</c:v>
                </c:pt>
                <c:pt idx="696">
                  <c:v>12.138942</c:v>
                </c:pt>
                <c:pt idx="697">
                  <c:v>14.041956</c:v>
                </c:pt>
                <c:pt idx="698">
                  <c:v>15.684098</c:v>
                </c:pt>
                <c:pt idx="699">
                  <c:v>14.003196</c:v>
                </c:pt>
                <c:pt idx="700">
                  <c:v>14.401403</c:v>
                </c:pt>
                <c:pt idx="701">
                  <c:v>14.336862</c:v>
                </c:pt>
                <c:pt idx="702">
                  <c:v>13.921369</c:v>
                </c:pt>
                <c:pt idx="703">
                  <c:v>18.593653</c:v>
                </c:pt>
                <c:pt idx="704">
                  <c:v>13.77555</c:v>
                </c:pt>
                <c:pt idx="705">
                  <c:v>14.503247</c:v>
                </c:pt>
                <c:pt idx="706">
                  <c:v>16.841745</c:v>
                </c:pt>
                <c:pt idx="707">
                  <c:v>32.194328</c:v>
                </c:pt>
                <c:pt idx="708">
                  <c:v>22.665084</c:v>
                </c:pt>
                <c:pt idx="709">
                  <c:v>22.286158</c:v>
                </c:pt>
                <c:pt idx="710">
                  <c:v>24.863541</c:v>
                </c:pt>
                <c:pt idx="711">
                  <c:v>23.033652</c:v>
                </c:pt>
                <c:pt idx="712">
                  <c:v>33.555962</c:v>
                </c:pt>
                <c:pt idx="713">
                  <c:v>10.855808</c:v>
                </c:pt>
                <c:pt idx="714">
                  <c:v>11.822919</c:v>
                </c:pt>
                <c:pt idx="715">
                  <c:v>13.442583</c:v>
                </c:pt>
                <c:pt idx="716">
                  <c:v>11.695011</c:v>
                </c:pt>
                <c:pt idx="717">
                  <c:v>12.09852</c:v>
                </c:pt>
                <c:pt idx="718">
                  <c:v>12.475035</c:v>
                </c:pt>
                <c:pt idx="719">
                  <c:v>10.161229</c:v>
                </c:pt>
                <c:pt idx="720">
                  <c:v>9.522887</c:v>
                </c:pt>
                <c:pt idx="721">
                  <c:v>10.112785</c:v>
                </c:pt>
                <c:pt idx="722">
                  <c:v>8.669252</c:v>
                </c:pt>
                <c:pt idx="723">
                  <c:v>8.189192</c:v>
                </c:pt>
                <c:pt idx="724">
                  <c:v>7.66566</c:v>
                </c:pt>
                <c:pt idx="725">
                  <c:v>8.1621</c:v>
                </c:pt>
                <c:pt idx="726">
                  <c:v>7.091726</c:v>
                </c:pt>
                <c:pt idx="727">
                  <c:v>7.507048</c:v>
                </c:pt>
                <c:pt idx="728">
                  <c:v>8.067468</c:v>
                </c:pt>
                <c:pt idx="729">
                  <c:v>6.485044</c:v>
                </c:pt>
                <c:pt idx="730">
                  <c:v>6.923724</c:v>
                </c:pt>
                <c:pt idx="731">
                  <c:v>6.605754</c:v>
                </c:pt>
                <c:pt idx="732">
                  <c:v>7.154052</c:v>
                </c:pt>
                <c:pt idx="733">
                  <c:v>7.111962</c:v>
                </c:pt>
                <c:pt idx="734">
                  <c:v>5.934873</c:v>
                </c:pt>
                <c:pt idx="735">
                  <c:v>8.78078</c:v>
                </c:pt>
                <c:pt idx="736">
                  <c:v>6.094525</c:v>
                </c:pt>
                <c:pt idx="737">
                  <c:v>5.206073</c:v>
                </c:pt>
                <c:pt idx="738">
                  <c:v>5.263672</c:v>
                </c:pt>
                <c:pt idx="739">
                  <c:v>5.002506</c:v>
                </c:pt>
                <c:pt idx="740">
                  <c:v>4.769265</c:v>
                </c:pt>
                <c:pt idx="741">
                  <c:v>4.870422</c:v>
                </c:pt>
                <c:pt idx="742">
                  <c:v>5.164607</c:v>
                </c:pt>
                <c:pt idx="743">
                  <c:v>4.715999</c:v>
                </c:pt>
                <c:pt idx="744">
                  <c:v>5.179983</c:v>
                </c:pt>
                <c:pt idx="745">
                  <c:v>5.443342</c:v>
                </c:pt>
                <c:pt idx="746">
                  <c:v>4.825286</c:v>
                </c:pt>
                <c:pt idx="747">
                  <c:v>5.332241</c:v>
                </c:pt>
                <c:pt idx="748">
                  <c:v>5.069619</c:v>
                </c:pt>
                <c:pt idx="749">
                  <c:v>4.680887</c:v>
                </c:pt>
                <c:pt idx="750">
                  <c:v>4.769938</c:v>
                </c:pt>
                <c:pt idx="751">
                  <c:v>4.733076</c:v>
                </c:pt>
                <c:pt idx="752">
                  <c:v>4.964029</c:v>
                </c:pt>
                <c:pt idx="753">
                  <c:v>5.202007</c:v>
                </c:pt>
                <c:pt idx="754">
                  <c:v>6.608128</c:v>
                </c:pt>
                <c:pt idx="755">
                  <c:v>5.989816</c:v>
                </c:pt>
                <c:pt idx="756">
                  <c:v>6.525603</c:v>
                </c:pt>
                <c:pt idx="757">
                  <c:v>6.215332</c:v>
                </c:pt>
                <c:pt idx="758">
                  <c:v>6.887413</c:v>
                </c:pt>
                <c:pt idx="759">
                  <c:v>6.36355</c:v>
                </c:pt>
                <c:pt idx="760">
                  <c:v>7.817464</c:v>
                </c:pt>
                <c:pt idx="761">
                  <c:v>7.849993</c:v>
                </c:pt>
                <c:pt idx="762">
                  <c:v>8.946649</c:v>
                </c:pt>
                <c:pt idx="763">
                  <c:v>9.463326</c:v>
                </c:pt>
                <c:pt idx="764">
                  <c:v>10.045242</c:v>
                </c:pt>
                <c:pt idx="765">
                  <c:v>12.471114</c:v>
                </c:pt>
                <c:pt idx="766">
                  <c:v>10.458973</c:v>
                </c:pt>
                <c:pt idx="767">
                  <c:v>10.02246</c:v>
                </c:pt>
                <c:pt idx="768">
                  <c:v>10.151727</c:v>
                </c:pt>
                <c:pt idx="769">
                  <c:v>10.337811</c:v>
                </c:pt>
                <c:pt idx="770">
                  <c:v>7.92036</c:v>
                </c:pt>
                <c:pt idx="771">
                  <c:v>9.684546</c:v>
                </c:pt>
                <c:pt idx="772">
                  <c:v>9.190567</c:v>
                </c:pt>
                <c:pt idx="773">
                  <c:v>7.675318</c:v>
                </c:pt>
                <c:pt idx="774">
                  <c:v>7.997317</c:v>
                </c:pt>
                <c:pt idx="775">
                  <c:v>8.362078</c:v>
                </c:pt>
                <c:pt idx="776">
                  <c:v>7.876276</c:v>
                </c:pt>
                <c:pt idx="777">
                  <c:v>8.384907</c:v>
                </c:pt>
                <c:pt idx="778">
                  <c:v>8.780692</c:v>
                </c:pt>
                <c:pt idx="779">
                  <c:v>8.660974</c:v>
                </c:pt>
                <c:pt idx="780">
                  <c:v>7.933177</c:v>
                </c:pt>
                <c:pt idx="781">
                  <c:v>8.317453</c:v>
                </c:pt>
                <c:pt idx="782">
                  <c:v>8.87901</c:v>
                </c:pt>
                <c:pt idx="783">
                  <c:v>8.667659</c:v>
                </c:pt>
                <c:pt idx="784">
                  <c:v>11.197457</c:v>
                </c:pt>
                <c:pt idx="785">
                  <c:v>8.286984</c:v>
                </c:pt>
                <c:pt idx="786">
                  <c:v>7.598325</c:v>
                </c:pt>
                <c:pt idx="787">
                  <c:v>6.400999</c:v>
                </c:pt>
                <c:pt idx="788">
                  <c:v>8.047852</c:v>
                </c:pt>
                <c:pt idx="789">
                  <c:v>8.487892</c:v>
                </c:pt>
                <c:pt idx="790">
                  <c:v>7.687867</c:v>
                </c:pt>
                <c:pt idx="791">
                  <c:v>7.623876</c:v>
                </c:pt>
                <c:pt idx="792">
                  <c:v>9.701048</c:v>
                </c:pt>
                <c:pt idx="793">
                  <c:v>7.61113</c:v>
                </c:pt>
                <c:pt idx="794">
                  <c:v>9.178861</c:v>
                </c:pt>
                <c:pt idx="795">
                  <c:v>9.694216</c:v>
                </c:pt>
                <c:pt idx="796">
                  <c:v>9.383799</c:v>
                </c:pt>
                <c:pt idx="797">
                  <c:v>8.627773</c:v>
                </c:pt>
                <c:pt idx="798">
                  <c:v>8.670107</c:v>
                </c:pt>
                <c:pt idx="799">
                  <c:v>10.04212</c:v>
                </c:pt>
                <c:pt idx="800">
                  <c:v>10.033893</c:v>
                </c:pt>
                <c:pt idx="801">
                  <c:v>10.025128</c:v>
                </c:pt>
                <c:pt idx="802">
                  <c:v>9.130567</c:v>
                </c:pt>
                <c:pt idx="803">
                  <c:v>10.420726</c:v>
                </c:pt>
                <c:pt idx="804">
                  <c:v>8.81273</c:v>
                </c:pt>
                <c:pt idx="805">
                  <c:v>7.774651</c:v>
                </c:pt>
                <c:pt idx="806">
                  <c:v>7.432992</c:v>
                </c:pt>
                <c:pt idx="807">
                  <c:v>7.658912</c:v>
                </c:pt>
                <c:pt idx="808">
                  <c:v>6.853978</c:v>
                </c:pt>
                <c:pt idx="809">
                  <c:v>8.4222</c:v>
                </c:pt>
                <c:pt idx="810">
                  <c:v>7.819359</c:v>
                </c:pt>
                <c:pt idx="811">
                  <c:v>7.098481</c:v>
                </c:pt>
                <c:pt idx="812">
                  <c:v>6.919537</c:v>
                </c:pt>
                <c:pt idx="813">
                  <c:v>8.422125</c:v>
                </c:pt>
                <c:pt idx="814">
                  <c:v>8.392317</c:v>
                </c:pt>
                <c:pt idx="815">
                  <c:v>12.686066</c:v>
                </c:pt>
                <c:pt idx="816">
                  <c:v>10.306642</c:v>
                </c:pt>
                <c:pt idx="817">
                  <c:v>10.398301</c:v>
                </c:pt>
                <c:pt idx="818">
                  <c:v>9.427776</c:v>
                </c:pt>
                <c:pt idx="819">
                  <c:v>8.052467</c:v>
                </c:pt>
                <c:pt idx="820">
                  <c:v>10.211738</c:v>
                </c:pt>
                <c:pt idx="821">
                  <c:v>9.271769</c:v>
                </c:pt>
                <c:pt idx="822">
                  <c:v>9.756972</c:v>
                </c:pt>
                <c:pt idx="823">
                  <c:v>10.182112</c:v>
                </c:pt>
                <c:pt idx="824">
                  <c:v>11.133675</c:v>
                </c:pt>
                <c:pt idx="825">
                  <c:v>9.687055</c:v>
                </c:pt>
                <c:pt idx="826">
                  <c:v>11.035512</c:v>
                </c:pt>
                <c:pt idx="827">
                  <c:v>11.184712</c:v>
                </c:pt>
                <c:pt idx="828">
                  <c:v>11.315437</c:v>
                </c:pt>
                <c:pt idx="829">
                  <c:v>12.552489</c:v>
                </c:pt>
                <c:pt idx="830">
                  <c:v>11.755867</c:v>
                </c:pt>
                <c:pt idx="831">
                  <c:v>13.156049</c:v>
                </c:pt>
                <c:pt idx="832">
                  <c:v>14.209996</c:v>
                </c:pt>
                <c:pt idx="833">
                  <c:v>12.071462</c:v>
                </c:pt>
                <c:pt idx="834">
                  <c:v>12.343059</c:v>
                </c:pt>
                <c:pt idx="835">
                  <c:v>14.237135</c:v>
                </c:pt>
                <c:pt idx="836">
                  <c:v>14.251348</c:v>
                </c:pt>
                <c:pt idx="837">
                  <c:v>13.080085</c:v>
                </c:pt>
                <c:pt idx="838">
                  <c:v>10.772104</c:v>
                </c:pt>
                <c:pt idx="839">
                  <c:v>14.372769</c:v>
                </c:pt>
                <c:pt idx="840">
                  <c:v>24.41864</c:v>
                </c:pt>
                <c:pt idx="841">
                  <c:v>13.065798</c:v>
                </c:pt>
                <c:pt idx="842">
                  <c:v>12.691536</c:v>
                </c:pt>
                <c:pt idx="843">
                  <c:v>12.248854</c:v>
                </c:pt>
                <c:pt idx="844">
                  <c:v>12.338737</c:v>
                </c:pt>
                <c:pt idx="845">
                  <c:v>11.862043</c:v>
                </c:pt>
                <c:pt idx="846">
                  <c:v>12.580509</c:v>
                </c:pt>
                <c:pt idx="847">
                  <c:v>11.754127</c:v>
                </c:pt>
                <c:pt idx="848">
                  <c:v>12.080399</c:v>
                </c:pt>
                <c:pt idx="849">
                  <c:v>12.991131</c:v>
                </c:pt>
                <c:pt idx="850">
                  <c:v>12.297785</c:v>
                </c:pt>
                <c:pt idx="851">
                  <c:v>11.80868</c:v>
                </c:pt>
                <c:pt idx="852">
                  <c:v>11.29832</c:v>
                </c:pt>
                <c:pt idx="853">
                  <c:v>13.243398</c:v>
                </c:pt>
                <c:pt idx="854">
                  <c:v>13.388986</c:v>
                </c:pt>
                <c:pt idx="855">
                  <c:v>13.895194</c:v>
                </c:pt>
                <c:pt idx="856">
                  <c:v>13.083905</c:v>
                </c:pt>
                <c:pt idx="857">
                  <c:v>11.830827</c:v>
                </c:pt>
                <c:pt idx="858">
                  <c:v>13.805433</c:v>
                </c:pt>
                <c:pt idx="859">
                  <c:v>11.880166</c:v>
                </c:pt>
                <c:pt idx="860">
                  <c:v>11.150288</c:v>
                </c:pt>
                <c:pt idx="861">
                  <c:v>10.037739</c:v>
                </c:pt>
                <c:pt idx="862">
                  <c:v>9.582728</c:v>
                </c:pt>
                <c:pt idx="863">
                  <c:v>8.998118</c:v>
                </c:pt>
                <c:pt idx="864">
                  <c:v>8.709982</c:v>
                </c:pt>
                <c:pt idx="865">
                  <c:v>9.273107</c:v>
                </c:pt>
                <c:pt idx="866">
                  <c:v>11.252708</c:v>
                </c:pt>
                <c:pt idx="867">
                  <c:v>9.658286</c:v>
                </c:pt>
                <c:pt idx="868">
                  <c:v>8.767165</c:v>
                </c:pt>
                <c:pt idx="869">
                  <c:v>8.197884</c:v>
                </c:pt>
                <c:pt idx="870">
                  <c:v>7.712082</c:v>
                </c:pt>
                <c:pt idx="871">
                  <c:v>7.89267</c:v>
                </c:pt>
                <c:pt idx="872">
                  <c:v>7.460318</c:v>
                </c:pt>
                <c:pt idx="873">
                  <c:v>6.817105</c:v>
                </c:pt>
                <c:pt idx="874">
                  <c:v>6.703656</c:v>
                </c:pt>
                <c:pt idx="875">
                  <c:v>6.467059</c:v>
                </c:pt>
                <c:pt idx="876">
                  <c:v>6.089787</c:v>
                </c:pt>
                <c:pt idx="877">
                  <c:v>6.540649</c:v>
                </c:pt>
                <c:pt idx="878">
                  <c:v>6.092284</c:v>
                </c:pt>
                <c:pt idx="879">
                  <c:v>5.961854</c:v>
                </c:pt>
                <c:pt idx="880">
                  <c:v>6.363881</c:v>
                </c:pt>
                <c:pt idx="881">
                  <c:v>5.678382</c:v>
                </c:pt>
                <c:pt idx="882">
                  <c:v>5.855469</c:v>
                </c:pt>
                <c:pt idx="883">
                  <c:v>5.88572</c:v>
                </c:pt>
                <c:pt idx="884">
                  <c:v>4.739553</c:v>
                </c:pt>
                <c:pt idx="885">
                  <c:v>4.91703</c:v>
                </c:pt>
                <c:pt idx="886">
                  <c:v>5.332156</c:v>
                </c:pt>
                <c:pt idx="887">
                  <c:v>4.669171</c:v>
                </c:pt>
                <c:pt idx="888">
                  <c:v>4.895631</c:v>
                </c:pt>
                <c:pt idx="889">
                  <c:v>4.688746</c:v>
                </c:pt>
                <c:pt idx="890">
                  <c:v>4.546919</c:v>
                </c:pt>
                <c:pt idx="891">
                  <c:v>4.974128</c:v>
                </c:pt>
                <c:pt idx="892">
                  <c:v>5.254</c:v>
                </c:pt>
                <c:pt idx="893">
                  <c:v>4.475704</c:v>
                </c:pt>
                <c:pt idx="894">
                  <c:v>4.543222</c:v>
                </c:pt>
                <c:pt idx="895">
                  <c:v>5.32983</c:v>
                </c:pt>
                <c:pt idx="896">
                  <c:v>4.96349</c:v>
                </c:pt>
                <c:pt idx="897">
                  <c:v>4.852501</c:v>
                </c:pt>
                <c:pt idx="898">
                  <c:v>5.014149</c:v>
                </c:pt>
                <c:pt idx="899">
                  <c:v>5.116372</c:v>
                </c:pt>
                <c:pt idx="900">
                  <c:v>5.378653</c:v>
                </c:pt>
                <c:pt idx="901">
                  <c:v>5.985959</c:v>
                </c:pt>
                <c:pt idx="902">
                  <c:v>5.343883</c:v>
                </c:pt>
                <c:pt idx="903">
                  <c:v>6.419987</c:v>
                </c:pt>
                <c:pt idx="904">
                  <c:v>7.231618</c:v>
                </c:pt>
                <c:pt idx="905">
                  <c:v>6.874753</c:v>
                </c:pt>
                <c:pt idx="906">
                  <c:v>8.025081</c:v>
                </c:pt>
                <c:pt idx="907">
                  <c:v>12.54616</c:v>
                </c:pt>
                <c:pt idx="908">
                  <c:v>6.987236</c:v>
                </c:pt>
                <c:pt idx="909">
                  <c:v>7.812946</c:v>
                </c:pt>
                <c:pt idx="910">
                  <c:v>8.983719</c:v>
                </c:pt>
                <c:pt idx="911">
                  <c:v>7.856994</c:v>
                </c:pt>
                <c:pt idx="912">
                  <c:v>9.142443</c:v>
                </c:pt>
                <c:pt idx="913">
                  <c:v>10.691394</c:v>
                </c:pt>
                <c:pt idx="914">
                  <c:v>10.366628</c:v>
                </c:pt>
                <c:pt idx="915">
                  <c:v>9.281234</c:v>
                </c:pt>
                <c:pt idx="916">
                  <c:v>11.062033</c:v>
                </c:pt>
                <c:pt idx="917">
                  <c:v>7.46727</c:v>
                </c:pt>
                <c:pt idx="918">
                  <c:v>8.119692</c:v>
                </c:pt>
                <c:pt idx="919">
                  <c:v>7.111398</c:v>
                </c:pt>
                <c:pt idx="920">
                  <c:v>6.364969</c:v>
                </c:pt>
                <c:pt idx="921">
                  <c:v>7.164078</c:v>
                </c:pt>
                <c:pt idx="922">
                  <c:v>7.53802</c:v>
                </c:pt>
                <c:pt idx="923">
                  <c:v>8.964891</c:v>
                </c:pt>
                <c:pt idx="924">
                  <c:v>9.814082</c:v>
                </c:pt>
                <c:pt idx="925">
                  <c:v>7.64923</c:v>
                </c:pt>
                <c:pt idx="926">
                  <c:v>6.673012</c:v>
                </c:pt>
                <c:pt idx="927">
                  <c:v>8.081801</c:v>
                </c:pt>
                <c:pt idx="928">
                  <c:v>7.377633</c:v>
                </c:pt>
                <c:pt idx="929">
                  <c:v>6.799168</c:v>
                </c:pt>
                <c:pt idx="930">
                  <c:v>8.484025</c:v>
                </c:pt>
                <c:pt idx="931">
                  <c:v>6.791017</c:v>
                </c:pt>
                <c:pt idx="932">
                  <c:v>7.420715</c:v>
                </c:pt>
                <c:pt idx="933">
                  <c:v>7.778865</c:v>
                </c:pt>
                <c:pt idx="934">
                  <c:v>7.997269</c:v>
                </c:pt>
                <c:pt idx="935">
                  <c:v>7.217063</c:v>
                </c:pt>
                <c:pt idx="936">
                  <c:v>7.242342</c:v>
                </c:pt>
                <c:pt idx="937">
                  <c:v>7.34934</c:v>
                </c:pt>
                <c:pt idx="938">
                  <c:v>8.148032</c:v>
                </c:pt>
                <c:pt idx="939">
                  <c:v>8.537853</c:v>
                </c:pt>
                <c:pt idx="940">
                  <c:v>8.201971</c:v>
                </c:pt>
                <c:pt idx="941">
                  <c:v>9.493982</c:v>
                </c:pt>
                <c:pt idx="942">
                  <c:v>6.644793</c:v>
                </c:pt>
                <c:pt idx="943">
                  <c:v>6.874519</c:v>
                </c:pt>
                <c:pt idx="944">
                  <c:v>9.011889</c:v>
                </c:pt>
                <c:pt idx="945">
                  <c:v>7.413709</c:v>
                </c:pt>
                <c:pt idx="946">
                  <c:v>8.21419</c:v>
                </c:pt>
                <c:pt idx="947">
                  <c:v>7.525275</c:v>
                </c:pt>
                <c:pt idx="948">
                  <c:v>9.981496</c:v>
                </c:pt>
                <c:pt idx="949">
                  <c:v>8.622864</c:v>
                </c:pt>
                <c:pt idx="950">
                  <c:v>11.095417</c:v>
                </c:pt>
                <c:pt idx="951">
                  <c:v>12.121278</c:v>
                </c:pt>
                <c:pt idx="952">
                  <c:v>13.547709</c:v>
                </c:pt>
                <c:pt idx="953">
                  <c:v>9.673075</c:v>
                </c:pt>
                <c:pt idx="954">
                  <c:v>11.132266</c:v>
                </c:pt>
                <c:pt idx="955">
                  <c:v>8.620746</c:v>
                </c:pt>
                <c:pt idx="956">
                  <c:v>7.173063</c:v>
                </c:pt>
                <c:pt idx="957">
                  <c:v>9.925291</c:v>
                </c:pt>
                <c:pt idx="958">
                  <c:v>9.883532</c:v>
                </c:pt>
                <c:pt idx="959">
                  <c:v>8.360903</c:v>
                </c:pt>
                <c:pt idx="960">
                  <c:v>9.633494</c:v>
                </c:pt>
                <c:pt idx="961">
                  <c:v>11.586115</c:v>
                </c:pt>
                <c:pt idx="962">
                  <c:v>10.84315</c:v>
                </c:pt>
                <c:pt idx="963">
                  <c:v>8.792152</c:v>
                </c:pt>
                <c:pt idx="964">
                  <c:v>8.930441</c:v>
                </c:pt>
                <c:pt idx="965">
                  <c:v>10.175795</c:v>
                </c:pt>
                <c:pt idx="966">
                  <c:v>9.676699</c:v>
                </c:pt>
                <c:pt idx="967">
                  <c:v>10.487705</c:v>
                </c:pt>
                <c:pt idx="968">
                  <c:v>10.122773</c:v>
                </c:pt>
                <c:pt idx="969">
                  <c:v>11.177426</c:v>
                </c:pt>
                <c:pt idx="970">
                  <c:v>10.710222</c:v>
                </c:pt>
                <c:pt idx="971">
                  <c:v>11.395487</c:v>
                </c:pt>
                <c:pt idx="972">
                  <c:v>10.374805</c:v>
                </c:pt>
                <c:pt idx="973">
                  <c:v>10.659649</c:v>
                </c:pt>
                <c:pt idx="974">
                  <c:v>11.441311</c:v>
                </c:pt>
                <c:pt idx="975">
                  <c:v>12.327609</c:v>
                </c:pt>
                <c:pt idx="976">
                  <c:v>11.183058</c:v>
                </c:pt>
                <c:pt idx="977">
                  <c:v>15.433801</c:v>
                </c:pt>
                <c:pt idx="978">
                  <c:v>13.247229</c:v>
                </c:pt>
                <c:pt idx="979">
                  <c:v>13.66729</c:v>
                </c:pt>
                <c:pt idx="980">
                  <c:v>13.400223</c:v>
                </c:pt>
                <c:pt idx="981">
                  <c:v>13.920938</c:v>
                </c:pt>
                <c:pt idx="982">
                  <c:v>16.871811</c:v>
                </c:pt>
                <c:pt idx="983">
                  <c:v>17.252159</c:v>
                </c:pt>
                <c:pt idx="984">
                  <c:v>16.345281</c:v>
                </c:pt>
                <c:pt idx="985">
                  <c:v>14.270252</c:v>
                </c:pt>
                <c:pt idx="986">
                  <c:v>15.55505</c:v>
                </c:pt>
                <c:pt idx="987">
                  <c:v>17.495829</c:v>
                </c:pt>
                <c:pt idx="988">
                  <c:v>17.869222</c:v>
                </c:pt>
                <c:pt idx="989">
                  <c:v>17.370064</c:v>
                </c:pt>
                <c:pt idx="990">
                  <c:v>20.960565</c:v>
                </c:pt>
                <c:pt idx="991">
                  <c:v>24.926552</c:v>
                </c:pt>
                <c:pt idx="992">
                  <c:v>18.027591</c:v>
                </c:pt>
                <c:pt idx="993">
                  <c:v>12.853514</c:v>
                </c:pt>
                <c:pt idx="994">
                  <c:v>18.024763</c:v>
                </c:pt>
                <c:pt idx="995">
                  <c:v>15.433912</c:v>
                </c:pt>
                <c:pt idx="996">
                  <c:v>16.179385</c:v>
                </c:pt>
                <c:pt idx="997">
                  <c:v>12.21067</c:v>
                </c:pt>
                <c:pt idx="998">
                  <c:v>12.910858</c:v>
                </c:pt>
                <c:pt idx="999">
                  <c:v>10.81547</c:v>
                </c:pt>
                <c:pt idx="1000">
                  <c:v>11.021289</c:v>
                </c:pt>
                <c:pt idx="1001">
                  <c:v>11.659619</c:v>
                </c:pt>
                <c:pt idx="1002">
                  <c:v>12.29453</c:v>
                </c:pt>
                <c:pt idx="1003">
                  <c:v>12.648128</c:v>
                </c:pt>
                <c:pt idx="1004">
                  <c:v>11.132757</c:v>
                </c:pt>
                <c:pt idx="1005">
                  <c:v>10.1447</c:v>
                </c:pt>
                <c:pt idx="1006">
                  <c:v>9.891431</c:v>
                </c:pt>
                <c:pt idx="1007">
                  <c:v>10.958107</c:v>
                </c:pt>
                <c:pt idx="1008">
                  <c:v>10.29691</c:v>
                </c:pt>
                <c:pt idx="1009">
                  <c:v>7.38444</c:v>
                </c:pt>
                <c:pt idx="1010">
                  <c:v>8.557394</c:v>
                </c:pt>
                <c:pt idx="1011">
                  <c:v>8.220313</c:v>
                </c:pt>
                <c:pt idx="1012">
                  <c:v>8.069304</c:v>
                </c:pt>
                <c:pt idx="1013">
                  <c:v>7.333611</c:v>
                </c:pt>
                <c:pt idx="1014">
                  <c:v>6.726929</c:v>
                </c:pt>
                <c:pt idx="1015">
                  <c:v>6.990629</c:v>
                </c:pt>
                <c:pt idx="1016">
                  <c:v>6.342311</c:v>
                </c:pt>
                <c:pt idx="1017">
                  <c:v>6.294064</c:v>
                </c:pt>
                <c:pt idx="1018">
                  <c:v>5.397848</c:v>
                </c:pt>
                <c:pt idx="1019">
                  <c:v>5.954251</c:v>
                </c:pt>
                <c:pt idx="1020">
                  <c:v>5.704802</c:v>
                </c:pt>
                <c:pt idx="1021">
                  <c:v>5.125591</c:v>
                </c:pt>
                <c:pt idx="1022">
                  <c:v>5.409063</c:v>
                </c:pt>
                <c:pt idx="1023">
                  <c:v>4.983518</c:v>
                </c:pt>
                <c:pt idx="1024">
                  <c:v>5.238111</c:v>
                </c:pt>
                <c:pt idx="1025">
                  <c:v>5.614049</c:v>
                </c:pt>
                <c:pt idx="1026">
                  <c:v>5.0663</c:v>
                </c:pt>
                <c:pt idx="1027">
                  <c:v>4.495514</c:v>
                </c:pt>
                <c:pt idx="1028">
                  <c:v>4.765152</c:v>
                </c:pt>
                <c:pt idx="1029">
                  <c:v>4.830477</c:v>
                </c:pt>
                <c:pt idx="1030">
                  <c:v>4.321782</c:v>
                </c:pt>
                <c:pt idx="1031">
                  <c:v>4.815186</c:v>
                </c:pt>
                <c:pt idx="1032">
                  <c:v>4.567071</c:v>
                </c:pt>
                <c:pt idx="1033">
                  <c:v>4.082469</c:v>
                </c:pt>
                <c:pt idx="1034">
                  <c:v>4.496261</c:v>
                </c:pt>
                <c:pt idx="1035">
                  <c:v>5.048966</c:v>
                </c:pt>
                <c:pt idx="1036">
                  <c:v>4.623288</c:v>
                </c:pt>
                <c:pt idx="1037">
                  <c:v>4.521859</c:v>
                </c:pt>
                <c:pt idx="1038">
                  <c:v>5.382852</c:v>
                </c:pt>
                <c:pt idx="1039">
                  <c:v>4.517661</c:v>
                </c:pt>
                <c:pt idx="1040">
                  <c:v>4.395457</c:v>
                </c:pt>
                <c:pt idx="1041">
                  <c:v>5.20928</c:v>
                </c:pt>
                <c:pt idx="1042">
                  <c:v>5.926338</c:v>
                </c:pt>
                <c:pt idx="1043">
                  <c:v>5.797892</c:v>
                </c:pt>
                <c:pt idx="1044">
                  <c:v>6.380997</c:v>
                </c:pt>
                <c:pt idx="1045">
                  <c:v>5.803952</c:v>
                </c:pt>
                <c:pt idx="1046">
                  <c:v>5.943575</c:v>
                </c:pt>
                <c:pt idx="1047">
                  <c:v>6.041723</c:v>
                </c:pt>
                <c:pt idx="1048">
                  <c:v>6.562096</c:v>
                </c:pt>
                <c:pt idx="1049">
                  <c:v>6.824976</c:v>
                </c:pt>
                <c:pt idx="1050">
                  <c:v>7.825788</c:v>
                </c:pt>
                <c:pt idx="1051">
                  <c:v>8.051256</c:v>
                </c:pt>
                <c:pt idx="1052">
                  <c:v>8.838733</c:v>
                </c:pt>
                <c:pt idx="1053">
                  <c:v>8.656407</c:v>
                </c:pt>
                <c:pt idx="1054">
                  <c:v>10.454321</c:v>
                </c:pt>
                <c:pt idx="1055">
                  <c:v>11.260528</c:v>
                </c:pt>
                <c:pt idx="1056">
                  <c:v>8.201726</c:v>
                </c:pt>
                <c:pt idx="1057">
                  <c:v>10.161593</c:v>
                </c:pt>
                <c:pt idx="1058">
                  <c:v>10.372639</c:v>
                </c:pt>
                <c:pt idx="1059">
                  <c:v>9.236035</c:v>
                </c:pt>
                <c:pt idx="1060">
                  <c:v>8.816122</c:v>
                </c:pt>
                <c:pt idx="1061">
                  <c:v>8.168818</c:v>
                </c:pt>
                <c:pt idx="1062">
                  <c:v>8.844474</c:v>
                </c:pt>
                <c:pt idx="1063">
                  <c:v>8.530863</c:v>
                </c:pt>
                <c:pt idx="1064">
                  <c:v>7.58607</c:v>
                </c:pt>
                <c:pt idx="1065">
                  <c:v>9.096704</c:v>
                </c:pt>
                <c:pt idx="1066">
                  <c:v>10.564515</c:v>
                </c:pt>
                <c:pt idx="1067">
                  <c:v>11.149467</c:v>
                </c:pt>
                <c:pt idx="1068">
                  <c:v>9.364923</c:v>
                </c:pt>
                <c:pt idx="1069">
                  <c:v>8.095511</c:v>
                </c:pt>
                <c:pt idx="1070">
                  <c:v>8.213468</c:v>
                </c:pt>
                <c:pt idx="1071">
                  <c:v>7.05796</c:v>
                </c:pt>
                <c:pt idx="1072">
                  <c:v>7.625407</c:v>
                </c:pt>
                <c:pt idx="1073">
                  <c:v>8.89096</c:v>
                </c:pt>
                <c:pt idx="1074">
                  <c:v>8.242764</c:v>
                </c:pt>
                <c:pt idx="1075">
                  <c:v>8.08021</c:v>
                </c:pt>
                <c:pt idx="1076">
                  <c:v>6.941988</c:v>
                </c:pt>
                <c:pt idx="1077">
                  <c:v>6.671432</c:v>
                </c:pt>
                <c:pt idx="1078">
                  <c:v>6.73776</c:v>
                </c:pt>
                <c:pt idx="1079">
                  <c:v>7.107579</c:v>
                </c:pt>
                <c:pt idx="1080">
                  <c:v>7.713525</c:v>
                </c:pt>
                <c:pt idx="1081">
                  <c:v>7.966036</c:v>
                </c:pt>
                <c:pt idx="1082">
                  <c:v>8.816353</c:v>
                </c:pt>
                <c:pt idx="1083">
                  <c:v>8.915407</c:v>
                </c:pt>
                <c:pt idx="1084">
                  <c:v>8.98716</c:v>
                </c:pt>
                <c:pt idx="1085">
                  <c:v>9.95602</c:v>
                </c:pt>
                <c:pt idx="1086">
                  <c:v>9.13206</c:v>
                </c:pt>
                <c:pt idx="1087">
                  <c:v>9.030681</c:v>
                </c:pt>
                <c:pt idx="1088">
                  <c:v>10.311135</c:v>
                </c:pt>
                <c:pt idx="1089">
                  <c:v>8.135974</c:v>
                </c:pt>
                <c:pt idx="1090">
                  <c:v>10.488697</c:v>
                </c:pt>
                <c:pt idx="1091">
                  <c:v>8.700199</c:v>
                </c:pt>
                <c:pt idx="1092">
                  <c:v>13.177203</c:v>
                </c:pt>
                <c:pt idx="1093">
                  <c:v>11.191728</c:v>
                </c:pt>
                <c:pt idx="1094">
                  <c:v>10.089315</c:v>
                </c:pt>
                <c:pt idx="1095">
                  <c:v>10.868625</c:v>
                </c:pt>
                <c:pt idx="1096">
                  <c:v>9.578062</c:v>
                </c:pt>
                <c:pt idx="1097">
                  <c:v>11.31699</c:v>
                </c:pt>
                <c:pt idx="1098">
                  <c:v>11.19175</c:v>
                </c:pt>
                <c:pt idx="1099">
                  <c:v>11.909154</c:v>
                </c:pt>
                <c:pt idx="1100">
                  <c:v>10.528033</c:v>
                </c:pt>
                <c:pt idx="1101">
                  <c:v>10.15136</c:v>
                </c:pt>
                <c:pt idx="1102">
                  <c:v>11.476583</c:v>
                </c:pt>
                <c:pt idx="1103">
                  <c:v>10.48079</c:v>
                </c:pt>
                <c:pt idx="1104">
                  <c:v>12.099462</c:v>
                </c:pt>
                <c:pt idx="1105">
                  <c:v>11.11585</c:v>
                </c:pt>
                <c:pt idx="1106">
                  <c:v>9.847027</c:v>
                </c:pt>
                <c:pt idx="1107">
                  <c:v>12.971252</c:v>
                </c:pt>
                <c:pt idx="1108">
                  <c:v>10.940588</c:v>
                </c:pt>
                <c:pt idx="1109">
                  <c:v>9.541813</c:v>
                </c:pt>
                <c:pt idx="1110">
                  <c:v>11.083824</c:v>
                </c:pt>
                <c:pt idx="1111">
                  <c:v>15.164361</c:v>
                </c:pt>
                <c:pt idx="1112">
                  <c:v>12.434778</c:v>
                </c:pt>
                <c:pt idx="1113">
                  <c:v>13.781267</c:v>
                </c:pt>
                <c:pt idx="1114">
                  <c:v>12.365266</c:v>
                </c:pt>
                <c:pt idx="1115">
                  <c:v>11.917697</c:v>
                </c:pt>
                <c:pt idx="1116">
                  <c:v>14.773887</c:v>
                </c:pt>
                <c:pt idx="1117">
                  <c:v>13.341056</c:v>
                </c:pt>
                <c:pt idx="1118">
                  <c:v>17.206603</c:v>
                </c:pt>
                <c:pt idx="1119">
                  <c:v>16.495678</c:v>
                </c:pt>
                <c:pt idx="1120">
                  <c:v>15.251584</c:v>
                </c:pt>
                <c:pt idx="1121">
                  <c:v>15.154235</c:v>
                </c:pt>
                <c:pt idx="1122">
                  <c:v>12.934216</c:v>
                </c:pt>
                <c:pt idx="1123">
                  <c:v>13.903444</c:v>
                </c:pt>
                <c:pt idx="1124">
                  <c:v>13.697247</c:v>
                </c:pt>
                <c:pt idx="1125">
                  <c:v>12.101687</c:v>
                </c:pt>
                <c:pt idx="1126">
                  <c:v>13.121244</c:v>
                </c:pt>
                <c:pt idx="1127">
                  <c:v>13.631762</c:v>
                </c:pt>
                <c:pt idx="1128">
                  <c:v>12.513029</c:v>
                </c:pt>
                <c:pt idx="1129">
                  <c:v>15.301961</c:v>
                </c:pt>
                <c:pt idx="1130">
                  <c:v>12.889202</c:v>
                </c:pt>
                <c:pt idx="1131">
                  <c:v>13.95686</c:v>
                </c:pt>
                <c:pt idx="1132">
                  <c:v>12.362548</c:v>
                </c:pt>
                <c:pt idx="1133">
                  <c:v>15.102327</c:v>
                </c:pt>
                <c:pt idx="1134">
                  <c:v>15.059185</c:v>
                </c:pt>
                <c:pt idx="1135">
                  <c:v>15.366027</c:v>
                </c:pt>
                <c:pt idx="1136">
                  <c:v>12.948994</c:v>
                </c:pt>
                <c:pt idx="1137">
                  <c:v>15.554767</c:v>
                </c:pt>
                <c:pt idx="1138">
                  <c:v>12.426662</c:v>
                </c:pt>
                <c:pt idx="1139">
                  <c:v>13.730779</c:v>
                </c:pt>
                <c:pt idx="1140">
                  <c:v>12.875367</c:v>
                </c:pt>
                <c:pt idx="1141">
                  <c:v>13.922824</c:v>
                </c:pt>
                <c:pt idx="1142">
                  <c:v>15.519619</c:v>
                </c:pt>
                <c:pt idx="1143">
                  <c:v>14.641756</c:v>
                </c:pt>
                <c:pt idx="1144">
                  <c:v>14.945282</c:v>
                </c:pt>
                <c:pt idx="1145">
                  <c:v>14.056265</c:v>
                </c:pt>
                <c:pt idx="1146">
                  <c:v>13.636718</c:v>
                </c:pt>
                <c:pt idx="1147">
                  <c:v>12.482266</c:v>
                </c:pt>
                <c:pt idx="1148">
                  <c:v>13.017269</c:v>
                </c:pt>
                <c:pt idx="1149">
                  <c:v>11.800698</c:v>
                </c:pt>
                <c:pt idx="1150">
                  <c:v>9.622182</c:v>
                </c:pt>
                <c:pt idx="1151">
                  <c:v>9.663194</c:v>
                </c:pt>
                <c:pt idx="1152">
                  <c:v>11.444202</c:v>
                </c:pt>
                <c:pt idx="1153">
                  <c:v>10.257892</c:v>
                </c:pt>
                <c:pt idx="1154">
                  <c:v>9.837918</c:v>
                </c:pt>
                <c:pt idx="1155">
                  <c:v>11.61049</c:v>
                </c:pt>
                <c:pt idx="1156">
                  <c:v>9.220928</c:v>
                </c:pt>
                <c:pt idx="1157">
                  <c:v>8.078801</c:v>
                </c:pt>
                <c:pt idx="1158">
                  <c:v>8.838305</c:v>
                </c:pt>
                <c:pt idx="1159">
                  <c:v>8.83528</c:v>
                </c:pt>
                <c:pt idx="1160">
                  <c:v>9.114298</c:v>
                </c:pt>
                <c:pt idx="1161">
                  <c:v>10.508948</c:v>
                </c:pt>
                <c:pt idx="1162">
                  <c:v>8.167595</c:v>
                </c:pt>
                <c:pt idx="1163">
                  <c:v>7.742088</c:v>
                </c:pt>
                <c:pt idx="1164">
                  <c:v>8.427122</c:v>
                </c:pt>
                <c:pt idx="1165">
                  <c:v>7.193496</c:v>
                </c:pt>
                <c:pt idx="1166">
                  <c:v>7.587579</c:v>
                </c:pt>
                <c:pt idx="1167">
                  <c:v>6.769691</c:v>
                </c:pt>
                <c:pt idx="1168">
                  <c:v>6.362973</c:v>
                </c:pt>
                <c:pt idx="1169">
                  <c:v>6.897843</c:v>
                </c:pt>
                <c:pt idx="1170">
                  <c:v>6.861692</c:v>
                </c:pt>
                <c:pt idx="1171">
                  <c:v>6.145685</c:v>
                </c:pt>
                <c:pt idx="1172">
                  <c:v>5.57644</c:v>
                </c:pt>
                <c:pt idx="1173">
                  <c:v>6.197874</c:v>
                </c:pt>
                <c:pt idx="1174">
                  <c:v>6.100143</c:v>
                </c:pt>
                <c:pt idx="1175">
                  <c:v>5.282159</c:v>
                </c:pt>
                <c:pt idx="1176">
                  <c:v>6.513348</c:v>
                </c:pt>
                <c:pt idx="1177">
                  <c:v>5.177119</c:v>
                </c:pt>
                <c:pt idx="1178">
                  <c:v>5.115454</c:v>
                </c:pt>
                <c:pt idx="1179">
                  <c:v>5.409858</c:v>
                </c:pt>
                <c:pt idx="1180">
                  <c:v>6.33052</c:v>
                </c:pt>
                <c:pt idx="1181">
                  <c:v>5.381395</c:v>
                </c:pt>
                <c:pt idx="1182">
                  <c:v>6.03324</c:v>
                </c:pt>
                <c:pt idx="1183">
                  <c:v>6.335834</c:v>
                </c:pt>
                <c:pt idx="1184">
                  <c:v>5.662664</c:v>
                </c:pt>
                <c:pt idx="1185">
                  <c:v>6.45156</c:v>
                </c:pt>
                <c:pt idx="1186">
                  <c:v>7.055292</c:v>
                </c:pt>
                <c:pt idx="1187">
                  <c:v>5.895489</c:v>
                </c:pt>
                <c:pt idx="1188">
                  <c:v>8.166629</c:v>
                </c:pt>
                <c:pt idx="1189">
                  <c:v>8.036689</c:v>
                </c:pt>
                <c:pt idx="1190">
                  <c:v>8.255974</c:v>
                </c:pt>
                <c:pt idx="1191">
                  <c:v>7.547901</c:v>
                </c:pt>
                <c:pt idx="1192">
                  <c:v>6.345223</c:v>
                </c:pt>
                <c:pt idx="1193">
                  <c:v>7.902769</c:v>
                </c:pt>
                <c:pt idx="1194">
                  <c:v>7.523012</c:v>
                </c:pt>
                <c:pt idx="1195">
                  <c:v>7.545464</c:v>
                </c:pt>
                <c:pt idx="1196">
                  <c:v>8.598635</c:v>
                </c:pt>
                <c:pt idx="1197">
                  <c:v>8.182054</c:v>
                </c:pt>
                <c:pt idx="1198">
                  <c:v>8.551062</c:v>
                </c:pt>
                <c:pt idx="1199">
                  <c:v>8.817114</c:v>
                </c:pt>
                <c:pt idx="1200">
                  <c:v>8.393235</c:v>
                </c:pt>
                <c:pt idx="1201">
                  <c:v>9.839963</c:v>
                </c:pt>
                <c:pt idx="1202">
                  <c:v>11.164721</c:v>
                </c:pt>
                <c:pt idx="1203">
                  <c:v>10.117743</c:v>
                </c:pt>
                <c:pt idx="1204">
                  <c:v>10.600151</c:v>
                </c:pt>
                <c:pt idx="1205">
                  <c:v>9.86976</c:v>
                </c:pt>
                <c:pt idx="1206">
                  <c:v>10.466293</c:v>
                </c:pt>
                <c:pt idx="1207">
                  <c:v>10.490681</c:v>
                </c:pt>
                <c:pt idx="1208">
                  <c:v>11.269601</c:v>
                </c:pt>
                <c:pt idx="1209">
                  <c:v>11.443979</c:v>
                </c:pt>
                <c:pt idx="1210">
                  <c:v>11.560294</c:v>
                </c:pt>
                <c:pt idx="1211">
                  <c:v>12.704895</c:v>
                </c:pt>
                <c:pt idx="1212">
                  <c:v>13.138604</c:v>
                </c:pt>
                <c:pt idx="1213">
                  <c:v>13.257698</c:v>
                </c:pt>
                <c:pt idx="1214">
                  <c:v>12.300687</c:v>
                </c:pt>
                <c:pt idx="1215">
                  <c:v>12.146738</c:v>
                </c:pt>
                <c:pt idx="1216">
                  <c:v>10.869308</c:v>
                </c:pt>
                <c:pt idx="1217">
                  <c:v>17.659793</c:v>
                </c:pt>
                <c:pt idx="1218">
                  <c:v>12.313971</c:v>
                </c:pt>
                <c:pt idx="1219">
                  <c:v>11.122606</c:v>
                </c:pt>
                <c:pt idx="1220">
                  <c:v>12.544173</c:v>
                </c:pt>
                <c:pt idx="1221">
                  <c:v>11.46953</c:v>
                </c:pt>
                <c:pt idx="1222">
                  <c:v>11.42378</c:v>
                </c:pt>
                <c:pt idx="1223">
                  <c:v>12.208062</c:v>
                </c:pt>
                <c:pt idx="1224">
                  <c:v>14.88745</c:v>
                </c:pt>
                <c:pt idx="1225">
                  <c:v>12.985109</c:v>
                </c:pt>
                <c:pt idx="1226">
                  <c:v>12.334759</c:v>
                </c:pt>
                <c:pt idx="1227">
                  <c:v>12.215664</c:v>
                </c:pt>
                <c:pt idx="1228">
                  <c:v>11.840446</c:v>
                </c:pt>
                <c:pt idx="1229">
                  <c:v>12.463277</c:v>
                </c:pt>
                <c:pt idx="1230">
                  <c:v>14.114943</c:v>
                </c:pt>
                <c:pt idx="1231">
                  <c:v>13.726739</c:v>
                </c:pt>
                <c:pt idx="1232">
                  <c:v>14.782276</c:v>
                </c:pt>
                <c:pt idx="1233">
                  <c:v>14.189487</c:v>
                </c:pt>
                <c:pt idx="1234">
                  <c:v>14.190395</c:v>
                </c:pt>
                <c:pt idx="1235">
                  <c:v>12.866825</c:v>
                </c:pt>
                <c:pt idx="1236">
                  <c:v>13.888804</c:v>
                </c:pt>
                <c:pt idx="1237">
                  <c:v>12.56467</c:v>
                </c:pt>
                <c:pt idx="1238">
                  <c:v>12.57384</c:v>
                </c:pt>
                <c:pt idx="1239">
                  <c:v>13.869154</c:v>
                </c:pt>
                <c:pt idx="1240">
                  <c:v>10.817977</c:v>
                </c:pt>
                <c:pt idx="1241">
                  <c:v>12.675365</c:v>
                </c:pt>
                <c:pt idx="1242">
                  <c:v>13.649108</c:v>
                </c:pt>
                <c:pt idx="1243">
                  <c:v>12.399837</c:v>
                </c:pt>
                <c:pt idx="1244">
                  <c:v>13.55455</c:v>
                </c:pt>
                <c:pt idx="1245">
                  <c:v>13.109063</c:v>
                </c:pt>
                <c:pt idx="1246">
                  <c:v>15.487543</c:v>
                </c:pt>
                <c:pt idx="1247">
                  <c:v>16.617393</c:v>
                </c:pt>
                <c:pt idx="1248">
                  <c:v>29.364555</c:v>
                </c:pt>
                <c:pt idx="1249">
                  <c:v>14.581831</c:v>
                </c:pt>
                <c:pt idx="1250">
                  <c:v>15.916983</c:v>
                </c:pt>
                <c:pt idx="1251">
                  <c:v>14.212871</c:v>
                </c:pt>
                <c:pt idx="1252">
                  <c:v>12.137192</c:v>
                </c:pt>
                <c:pt idx="1253">
                  <c:v>14.083054</c:v>
                </c:pt>
                <c:pt idx="1254">
                  <c:v>13.14055</c:v>
                </c:pt>
                <c:pt idx="1255">
                  <c:v>13.486899</c:v>
                </c:pt>
                <c:pt idx="1256">
                  <c:v>14.452307</c:v>
                </c:pt>
                <c:pt idx="1257">
                  <c:v>15.302271</c:v>
                </c:pt>
                <c:pt idx="1258">
                  <c:v>13.055122</c:v>
                </c:pt>
                <c:pt idx="1259">
                  <c:v>15.214602</c:v>
                </c:pt>
                <c:pt idx="1260">
                  <c:v>16.76637</c:v>
                </c:pt>
                <c:pt idx="1261">
                  <c:v>13.768498</c:v>
                </c:pt>
                <c:pt idx="1262">
                  <c:v>16.601196</c:v>
                </c:pt>
                <c:pt idx="1263">
                  <c:v>19.156519</c:v>
                </c:pt>
                <c:pt idx="1264">
                  <c:v>14.578721</c:v>
                </c:pt>
                <c:pt idx="1265">
                  <c:v>15.275398</c:v>
                </c:pt>
                <c:pt idx="1266">
                  <c:v>15.625626</c:v>
                </c:pt>
                <c:pt idx="1267">
                  <c:v>13.44099</c:v>
                </c:pt>
                <c:pt idx="1268">
                  <c:v>14.213054</c:v>
                </c:pt>
                <c:pt idx="1269">
                  <c:v>26.577913</c:v>
                </c:pt>
                <c:pt idx="1270">
                  <c:v>13.558099</c:v>
                </c:pt>
                <c:pt idx="1271">
                  <c:v>15.735195</c:v>
                </c:pt>
                <c:pt idx="1272">
                  <c:v>13.680548</c:v>
                </c:pt>
                <c:pt idx="1273">
                  <c:v>15.728498</c:v>
                </c:pt>
                <c:pt idx="1274">
                  <c:v>15.030232</c:v>
                </c:pt>
                <c:pt idx="1275">
                  <c:v>20.419929</c:v>
                </c:pt>
                <c:pt idx="1276">
                  <c:v>15.065599</c:v>
                </c:pt>
                <c:pt idx="1277">
                  <c:v>16.147749</c:v>
                </c:pt>
                <c:pt idx="1278">
                  <c:v>17.21133</c:v>
                </c:pt>
                <c:pt idx="1279">
                  <c:v>15.297042</c:v>
                </c:pt>
                <c:pt idx="1280">
                  <c:v>17.543026</c:v>
                </c:pt>
                <c:pt idx="1281">
                  <c:v>17.474156</c:v>
                </c:pt>
                <c:pt idx="1282">
                  <c:v>16.595061</c:v>
                </c:pt>
                <c:pt idx="1283">
                  <c:v>15.835461</c:v>
                </c:pt>
                <c:pt idx="1284">
                  <c:v>15.891262</c:v>
                </c:pt>
                <c:pt idx="1285">
                  <c:v>17.079455</c:v>
                </c:pt>
                <c:pt idx="1286">
                  <c:v>16.985678</c:v>
                </c:pt>
                <c:pt idx="1287">
                  <c:v>13.768131</c:v>
                </c:pt>
                <c:pt idx="1288">
                  <c:v>16.834523</c:v>
                </c:pt>
                <c:pt idx="1289">
                  <c:v>14.450701</c:v>
                </c:pt>
                <c:pt idx="1290">
                  <c:v>13.356127</c:v>
                </c:pt>
                <c:pt idx="1291">
                  <c:v>14.341184</c:v>
                </c:pt>
                <c:pt idx="1292">
                  <c:v>14.050734</c:v>
                </c:pt>
                <c:pt idx="1293">
                  <c:v>12.602608</c:v>
                </c:pt>
                <c:pt idx="1294">
                  <c:v>10.714286</c:v>
                </c:pt>
                <c:pt idx="1295">
                  <c:v>11.417281</c:v>
                </c:pt>
                <c:pt idx="1296">
                  <c:v>10.556459</c:v>
                </c:pt>
                <c:pt idx="1297">
                  <c:v>11.977662</c:v>
                </c:pt>
                <c:pt idx="1298">
                  <c:v>10.769463</c:v>
                </c:pt>
                <c:pt idx="1299">
                  <c:v>8.895099</c:v>
                </c:pt>
                <c:pt idx="1300">
                  <c:v>8.832991</c:v>
                </c:pt>
                <c:pt idx="1301">
                  <c:v>10.267465</c:v>
                </c:pt>
                <c:pt idx="1302">
                  <c:v>8.764999</c:v>
                </c:pt>
                <c:pt idx="1303">
                  <c:v>9.657362</c:v>
                </c:pt>
                <c:pt idx="1304">
                  <c:v>10.331823</c:v>
                </c:pt>
                <c:pt idx="1305">
                  <c:v>9.093037</c:v>
                </c:pt>
                <c:pt idx="1306">
                  <c:v>9.968348</c:v>
                </c:pt>
                <c:pt idx="1307">
                  <c:v>9.18507</c:v>
                </c:pt>
                <c:pt idx="1308">
                  <c:v>8.251616</c:v>
                </c:pt>
                <c:pt idx="1309">
                  <c:v>8.220617</c:v>
                </c:pt>
                <c:pt idx="1310">
                  <c:v>7.981929</c:v>
                </c:pt>
                <c:pt idx="1311">
                  <c:v>7.588705</c:v>
                </c:pt>
                <c:pt idx="1312">
                  <c:v>8.399492</c:v>
                </c:pt>
                <c:pt idx="1313">
                  <c:v>7.414178</c:v>
                </c:pt>
                <c:pt idx="1314">
                  <c:v>8.130024</c:v>
                </c:pt>
                <c:pt idx="1315">
                  <c:v>8.795581</c:v>
                </c:pt>
                <c:pt idx="1316">
                  <c:v>8.194394</c:v>
                </c:pt>
                <c:pt idx="1317">
                  <c:v>7.83895</c:v>
                </c:pt>
                <c:pt idx="1318">
                  <c:v>7.898497</c:v>
                </c:pt>
                <c:pt idx="1319">
                  <c:v>7.434047</c:v>
                </c:pt>
                <c:pt idx="1320">
                  <c:v>6.678143</c:v>
                </c:pt>
                <c:pt idx="1321">
                  <c:v>7.099451</c:v>
                </c:pt>
                <c:pt idx="1322">
                  <c:v>6.820717</c:v>
                </c:pt>
                <c:pt idx="1323">
                  <c:v>6.592214</c:v>
                </c:pt>
                <c:pt idx="1324">
                  <c:v>6.968177</c:v>
                </c:pt>
                <c:pt idx="1325">
                  <c:v>6.44615</c:v>
                </c:pt>
                <c:pt idx="1326">
                  <c:v>7.018884</c:v>
                </c:pt>
                <c:pt idx="1327">
                  <c:v>5.7358</c:v>
                </c:pt>
                <c:pt idx="1328">
                  <c:v>6.816065</c:v>
                </c:pt>
                <c:pt idx="1329">
                  <c:v>6.909976</c:v>
                </c:pt>
                <c:pt idx="1330">
                  <c:v>7.479172</c:v>
                </c:pt>
                <c:pt idx="1331">
                  <c:v>7.283588</c:v>
                </c:pt>
                <c:pt idx="1332">
                  <c:v>6.48966</c:v>
                </c:pt>
                <c:pt idx="1333">
                  <c:v>6.150583</c:v>
                </c:pt>
                <c:pt idx="1334">
                  <c:v>7.025373</c:v>
                </c:pt>
                <c:pt idx="1335">
                  <c:v>6.380543</c:v>
                </c:pt>
                <c:pt idx="1336">
                  <c:v>7.15639</c:v>
                </c:pt>
                <c:pt idx="1337">
                  <c:v>8.881767</c:v>
                </c:pt>
                <c:pt idx="1338">
                  <c:v>6.646361</c:v>
                </c:pt>
                <c:pt idx="1339">
                  <c:v>6.36513</c:v>
                </c:pt>
                <c:pt idx="1340">
                  <c:v>6.603108</c:v>
                </c:pt>
                <c:pt idx="1341">
                  <c:v>7.341336</c:v>
                </c:pt>
                <c:pt idx="1342">
                  <c:v>7.243152</c:v>
                </c:pt>
                <c:pt idx="1343">
                  <c:v>7.44793</c:v>
                </c:pt>
                <c:pt idx="1344">
                  <c:v>8.592186</c:v>
                </c:pt>
                <c:pt idx="1345">
                  <c:v>8.357696</c:v>
                </c:pt>
                <c:pt idx="1346">
                  <c:v>12.608304</c:v>
                </c:pt>
                <c:pt idx="1347">
                  <c:v>10.978221</c:v>
                </c:pt>
                <c:pt idx="1348">
                  <c:v>13.172896</c:v>
                </c:pt>
                <c:pt idx="1349">
                  <c:v>11.370799</c:v>
                </c:pt>
                <c:pt idx="1350">
                  <c:v>11.936896</c:v>
                </c:pt>
                <c:pt idx="1351">
                  <c:v>12.324134</c:v>
                </c:pt>
                <c:pt idx="1352">
                  <c:v>11.870334</c:v>
                </c:pt>
                <c:pt idx="1353">
                  <c:v>10.819359</c:v>
                </c:pt>
                <c:pt idx="1354">
                  <c:v>16.204385</c:v>
                </c:pt>
                <c:pt idx="1355">
                  <c:v>11.916339</c:v>
                </c:pt>
                <c:pt idx="1356">
                  <c:v>12.25211</c:v>
                </c:pt>
                <c:pt idx="1357">
                  <c:v>14.377679</c:v>
                </c:pt>
                <c:pt idx="1358">
                  <c:v>14.444362</c:v>
                </c:pt>
                <c:pt idx="1359">
                  <c:v>14.668102</c:v>
                </c:pt>
                <c:pt idx="1360">
                  <c:v>13.584054</c:v>
                </c:pt>
                <c:pt idx="1361">
                  <c:v>15.366934</c:v>
                </c:pt>
                <c:pt idx="1362">
                  <c:v>13.147417</c:v>
                </c:pt>
                <c:pt idx="1363">
                  <c:v>13.10124</c:v>
                </c:pt>
                <c:pt idx="1364">
                  <c:v>14.304786</c:v>
                </c:pt>
                <c:pt idx="1365">
                  <c:v>12.672745</c:v>
                </c:pt>
                <c:pt idx="1366">
                  <c:v>14.368751</c:v>
                </c:pt>
                <c:pt idx="1367">
                  <c:v>12.831527</c:v>
                </c:pt>
                <c:pt idx="1368">
                  <c:v>13.75388</c:v>
                </c:pt>
                <c:pt idx="1369">
                  <c:v>18.207805</c:v>
                </c:pt>
                <c:pt idx="1370">
                  <c:v>14.243402</c:v>
                </c:pt>
                <c:pt idx="1371">
                  <c:v>12.349456</c:v>
                </c:pt>
                <c:pt idx="1372">
                  <c:v>13.877829</c:v>
                </c:pt>
                <c:pt idx="1373">
                  <c:v>16.356617</c:v>
                </c:pt>
                <c:pt idx="1374">
                  <c:v>16.117022</c:v>
                </c:pt>
                <c:pt idx="1375">
                  <c:v>16.105183</c:v>
                </c:pt>
                <c:pt idx="1376">
                  <c:v>14.216201</c:v>
                </c:pt>
                <c:pt idx="1377">
                  <c:v>15.36687</c:v>
                </c:pt>
                <c:pt idx="1378">
                  <c:v>14.762258</c:v>
                </c:pt>
                <c:pt idx="1379">
                  <c:v>16.008604</c:v>
                </c:pt>
                <c:pt idx="1380">
                  <c:v>14.733709</c:v>
                </c:pt>
                <c:pt idx="1381">
                  <c:v>30.562959</c:v>
                </c:pt>
                <c:pt idx="1382">
                  <c:v>29.957295</c:v>
                </c:pt>
                <c:pt idx="1383">
                  <c:v>31.808717</c:v>
                </c:pt>
                <c:pt idx="1384">
                  <c:v>25.471153</c:v>
                </c:pt>
                <c:pt idx="1385">
                  <c:v>39.178888</c:v>
                </c:pt>
                <c:pt idx="1386">
                  <c:v>14.69053</c:v>
                </c:pt>
                <c:pt idx="1387">
                  <c:v>16.598538</c:v>
                </c:pt>
                <c:pt idx="1388">
                  <c:v>17.486344</c:v>
                </c:pt>
                <c:pt idx="1389">
                  <c:v>18.269389</c:v>
                </c:pt>
                <c:pt idx="1390">
                  <c:v>16.545933</c:v>
                </c:pt>
                <c:pt idx="1391">
                  <c:v>19.324179</c:v>
                </c:pt>
                <c:pt idx="1392">
                  <c:v>19.396567</c:v>
                </c:pt>
                <c:pt idx="1393">
                  <c:v>13.589539</c:v>
                </c:pt>
                <c:pt idx="1394">
                  <c:v>15.782133</c:v>
                </c:pt>
                <c:pt idx="1395">
                  <c:v>21.475602</c:v>
                </c:pt>
                <c:pt idx="1396">
                  <c:v>16.747675</c:v>
                </c:pt>
                <c:pt idx="1397">
                  <c:v>14.760007</c:v>
                </c:pt>
                <c:pt idx="1398">
                  <c:v>18.281644</c:v>
                </c:pt>
                <c:pt idx="1399">
                  <c:v>15.831165</c:v>
                </c:pt>
                <c:pt idx="1400">
                  <c:v>15.580697</c:v>
                </c:pt>
                <c:pt idx="1401">
                  <c:v>17.533292</c:v>
                </c:pt>
                <c:pt idx="1402">
                  <c:v>14.593841</c:v>
                </c:pt>
                <c:pt idx="1403">
                  <c:v>14.170317</c:v>
                </c:pt>
                <c:pt idx="1404">
                  <c:v>15.082752</c:v>
                </c:pt>
                <c:pt idx="1405">
                  <c:v>15.227236</c:v>
                </c:pt>
                <c:pt idx="1406">
                  <c:v>15.974544</c:v>
                </c:pt>
                <c:pt idx="1407">
                  <c:v>13.315397</c:v>
                </c:pt>
                <c:pt idx="1408">
                  <c:v>16.115335</c:v>
                </c:pt>
                <c:pt idx="1409">
                  <c:v>14.3011</c:v>
                </c:pt>
                <c:pt idx="1410">
                  <c:v>25.668599</c:v>
                </c:pt>
                <c:pt idx="1411">
                  <c:v>28.387602</c:v>
                </c:pt>
                <c:pt idx="1412">
                  <c:v>13.575203</c:v>
                </c:pt>
                <c:pt idx="1413">
                  <c:v>13.980105</c:v>
                </c:pt>
                <c:pt idx="1414">
                  <c:v>13.407991</c:v>
                </c:pt>
                <c:pt idx="1415">
                  <c:v>12.676613</c:v>
                </c:pt>
                <c:pt idx="1416">
                  <c:v>15.879128</c:v>
                </c:pt>
                <c:pt idx="1417">
                  <c:v>19.297108</c:v>
                </c:pt>
                <c:pt idx="1418">
                  <c:v>16.000292</c:v>
                </c:pt>
                <c:pt idx="1419">
                  <c:v>15.269704</c:v>
                </c:pt>
                <c:pt idx="1420">
                  <c:v>13.327295</c:v>
                </c:pt>
                <c:pt idx="1421">
                  <c:v>18.523517</c:v>
                </c:pt>
                <c:pt idx="1422">
                  <c:v>24.97426</c:v>
                </c:pt>
                <c:pt idx="1423">
                  <c:v>19.70597</c:v>
                </c:pt>
                <c:pt idx="1424">
                  <c:v>14.805586</c:v>
                </c:pt>
                <c:pt idx="1425">
                  <c:v>13.127143</c:v>
                </c:pt>
                <c:pt idx="1426">
                  <c:v>14.908273</c:v>
                </c:pt>
                <c:pt idx="1427">
                  <c:v>14.349448</c:v>
                </c:pt>
                <c:pt idx="1428">
                  <c:v>14.610956</c:v>
                </c:pt>
                <c:pt idx="1429">
                  <c:v>14.93752</c:v>
                </c:pt>
                <c:pt idx="1430">
                  <c:v>14.487247</c:v>
                </c:pt>
                <c:pt idx="1431">
                  <c:v>14.733405</c:v>
                </c:pt>
                <c:pt idx="1432">
                  <c:v>12.916405</c:v>
                </c:pt>
                <c:pt idx="1433">
                  <c:v>17.008316</c:v>
                </c:pt>
                <c:pt idx="1434">
                  <c:v>17.13936</c:v>
                </c:pt>
                <c:pt idx="1435">
                  <c:v>16.847795</c:v>
                </c:pt>
                <c:pt idx="1436">
                  <c:v>11.344966</c:v>
                </c:pt>
                <c:pt idx="1437">
                  <c:v>11.972338</c:v>
                </c:pt>
                <c:pt idx="1438">
                  <c:v>9.7373</c:v>
                </c:pt>
                <c:pt idx="1439">
                  <c:v>10.316596</c:v>
                </c:pt>
                <c:pt idx="1440">
                  <c:v>10.675371</c:v>
                </c:pt>
                <c:pt idx="1441">
                  <c:v>10.552334</c:v>
                </c:pt>
                <c:pt idx="1442">
                  <c:v>13.4603</c:v>
                </c:pt>
                <c:pt idx="1443">
                  <c:v>10.956676</c:v>
                </c:pt>
                <c:pt idx="1444">
                  <c:v>9.991647</c:v>
                </c:pt>
                <c:pt idx="1445">
                  <c:v>10.232112</c:v>
                </c:pt>
                <c:pt idx="1446">
                  <c:v>9.535435</c:v>
                </c:pt>
                <c:pt idx="1447">
                  <c:v>7.947062</c:v>
                </c:pt>
                <c:pt idx="1448">
                  <c:v>8.010355</c:v>
                </c:pt>
                <c:pt idx="1449">
                  <c:v>7.619419</c:v>
                </c:pt>
                <c:pt idx="1450">
                  <c:v>8.494149</c:v>
                </c:pt>
                <c:pt idx="1451">
                  <c:v>8.989181</c:v>
                </c:pt>
                <c:pt idx="1452">
                  <c:v>7.633045</c:v>
                </c:pt>
                <c:pt idx="1453">
                  <c:v>6.754154</c:v>
                </c:pt>
                <c:pt idx="1454">
                  <c:v>6.655127</c:v>
                </c:pt>
                <c:pt idx="1455">
                  <c:v>6.744422</c:v>
                </c:pt>
                <c:pt idx="1456">
                  <c:v>5.672811</c:v>
                </c:pt>
                <c:pt idx="1457">
                  <c:v>6.815526</c:v>
                </c:pt>
                <c:pt idx="1458">
                  <c:v>6.231075</c:v>
                </c:pt>
                <c:pt idx="1459">
                  <c:v>5.520553</c:v>
                </c:pt>
                <c:pt idx="1460">
                  <c:v>6.36322</c:v>
                </c:pt>
                <c:pt idx="1461">
                  <c:v>5.739128</c:v>
                </c:pt>
                <c:pt idx="1462">
                  <c:v>5.699093</c:v>
                </c:pt>
                <c:pt idx="1463">
                  <c:v>5.555713</c:v>
                </c:pt>
                <c:pt idx="1464">
                  <c:v>5.817492</c:v>
                </c:pt>
                <c:pt idx="1465">
                  <c:v>6.227341</c:v>
                </c:pt>
                <c:pt idx="1466">
                  <c:v>5.881569</c:v>
                </c:pt>
                <c:pt idx="1467">
                  <c:v>6.156361</c:v>
                </c:pt>
                <c:pt idx="1468">
                  <c:v>6.143311</c:v>
                </c:pt>
                <c:pt idx="1469">
                  <c:v>5.90243</c:v>
                </c:pt>
                <c:pt idx="1470">
                  <c:v>6.177393</c:v>
                </c:pt>
                <c:pt idx="1471">
                  <c:v>6.283559</c:v>
                </c:pt>
                <c:pt idx="1472">
                  <c:v>5.440024</c:v>
                </c:pt>
                <c:pt idx="1473">
                  <c:v>6.825503</c:v>
                </c:pt>
                <c:pt idx="1474">
                  <c:v>7.955951</c:v>
                </c:pt>
                <c:pt idx="1475">
                  <c:v>7.821946</c:v>
                </c:pt>
                <c:pt idx="1476">
                  <c:v>9.338149</c:v>
                </c:pt>
                <c:pt idx="1477">
                  <c:v>7.581726</c:v>
                </c:pt>
                <c:pt idx="1478">
                  <c:v>7.128134</c:v>
                </c:pt>
                <c:pt idx="1479">
                  <c:v>10.195812</c:v>
                </c:pt>
                <c:pt idx="1480">
                  <c:v>9.77372</c:v>
                </c:pt>
                <c:pt idx="1481">
                  <c:v>8.730107</c:v>
                </c:pt>
                <c:pt idx="1482">
                  <c:v>9.557018</c:v>
                </c:pt>
                <c:pt idx="1483">
                  <c:v>9.529519</c:v>
                </c:pt>
                <c:pt idx="1484">
                  <c:v>8.827188</c:v>
                </c:pt>
                <c:pt idx="1485">
                  <c:v>10.621832</c:v>
                </c:pt>
                <c:pt idx="1486">
                  <c:v>9.60153</c:v>
                </c:pt>
                <c:pt idx="1487">
                  <c:v>8.838856</c:v>
                </c:pt>
                <c:pt idx="1488">
                  <c:v>10.288166</c:v>
                </c:pt>
                <c:pt idx="1489">
                  <c:v>9.065743</c:v>
                </c:pt>
                <c:pt idx="1490">
                  <c:v>8.604548</c:v>
                </c:pt>
                <c:pt idx="1491">
                  <c:v>9.588442</c:v>
                </c:pt>
                <c:pt idx="1492">
                  <c:v>9.968078</c:v>
                </c:pt>
                <c:pt idx="1493">
                  <c:v>8.661966</c:v>
                </c:pt>
                <c:pt idx="1494">
                  <c:v>8.74765</c:v>
                </c:pt>
                <c:pt idx="1495">
                  <c:v>7.465765</c:v>
                </c:pt>
                <c:pt idx="1496">
                  <c:v>8.582892</c:v>
                </c:pt>
                <c:pt idx="1497">
                  <c:v>8.725845</c:v>
                </c:pt>
                <c:pt idx="1498">
                  <c:v>8.204148</c:v>
                </c:pt>
                <c:pt idx="1499">
                  <c:v>7.730629</c:v>
                </c:pt>
                <c:pt idx="1500">
                  <c:v>8.247011</c:v>
                </c:pt>
                <c:pt idx="1501">
                  <c:v>8.367881</c:v>
                </c:pt>
                <c:pt idx="1502">
                  <c:v>8.219711</c:v>
                </c:pt>
                <c:pt idx="1503">
                  <c:v>7.665795</c:v>
                </c:pt>
                <c:pt idx="1504">
                  <c:v>8.11602</c:v>
                </c:pt>
                <c:pt idx="1505">
                  <c:v>7.523072</c:v>
                </c:pt>
                <c:pt idx="1506">
                  <c:v>7.907716</c:v>
                </c:pt>
                <c:pt idx="1507">
                  <c:v>7.782146</c:v>
                </c:pt>
                <c:pt idx="1508">
                  <c:v>6.923613</c:v>
                </c:pt>
                <c:pt idx="1509">
                  <c:v>6.512356</c:v>
                </c:pt>
                <c:pt idx="1510">
                  <c:v>6.997496</c:v>
                </c:pt>
                <c:pt idx="1511">
                  <c:v>6.579969</c:v>
                </c:pt>
                <c:pt idx="1512">
                  <c:v>7.370985</c:v>
                </c:pt>
                <c:pt idx="1513">
                  <c:v>8.296912</c:v>
                </c:pt>
                <c:pt idx="1514">
                  <c:v>7.852709</c:v>
                </c:pt>
                <c:pt idx="1515">
                  <c:v>8.873258</c:v>
                </c:pt>
                <c:pt idx="1516">
                  <c:v>8.052137</c:v>
                </c:pt>
                <c:pt idx="1517">
                  <c:v>7.292684</c:v>
                </c:pt>
                <c:pt idx="1518">
                  <c:v>7.88105</c:v>
                </c:pt>
                <c:pt idx="1519">
                  <c:v>10.333403</c:v>
                </c:pt>
                <c:pt idx="1520">
                  <c:v>10.838192</c:v>
                </c:pt>
                <c:pt idx="1521">
                  <c:v>11.013402</c:v>
                </c:pt>
                <c:pt idx="1522">
                  <c:v>10.626607</c:v>
                </c:pt>
                <c:pt idx="1523">
                  <c:v>10.985125</c:v>
                </c:pt>
                <c:pt idx="1524">
                  <c:v>8.905845</c:v>
                </c:pt>
                <c:pt idx="1525">
                  <c:v>7.353245</c:v>
                </c:pt>
                <c:pt idx="1526">
                  <c:v>7.66938</c:v>
                </c:pt>
                <c:pt idx="1527">
                  <c:v>8.564762</c:v>
                </c:pt>
                <c:pt idx="1528">
                  <c:v>8.628337</c:v>
                </c:pt>
                <c:pt idx="1529">
                  <c:v>9.570142</c:v>
                </c:pt>
                <c:pt idx="1530">
                  <c:v>7.993043</c:v>
                </c:pt>
                <c:pt idx="1531">
                  <c:v>7.682616</c:v>
                </c:pt>
                <c:pt idx="1532">
                  <c:v>8.26196</c:v>
                </c:pt>
                <c:pt idx="1533">
                  <c:v>9.107747</c:v>
                </c:pt>
                <c:pt idx="1534">
                  <c:v>9.207046</c:v>
                </c:pt>
                <c:pt idx="1535">
                  <c:v>9.092739</c:v>
                </c:pt>
                <c:pt idx="1536">
                  <c:v>10.760527</c:v>
                </c:pt>
                <c:pt idx="1537">
                  <c:v>9.673027</c:v>
                </c:pt>
                <c:pt idx="1538">
                  <c:v>10.503059</c:v>
                </c:pt>
                <c:pt idx="1539">
                  <c:v>9.85076</c:v>
                </c:pt>
                <c:pt idx="1540">
                  <c:v>11.579407</c:v>
                </c:pt>
                <c:pt idx="1541">
                  <c:v>10.152559</c:v>
                </c:pt>
                <c:pt idx="1542">
                  <c:v>10.200881</c:v>
                </c:pt>
                <c:pt idx="1543">
                  <c:v>11.452146</c:v>
                </c:pt>
                <c:pt idx="1544">
                  <c:v>9.95291</c:v>
                </c:pt>
                <c:pt idx="1545">
                  <c:v>11.058064</c:v>
                </c:pt>
                <c:pt idx="1546">
                  <c:v>12.438917</c:v>
                </c:pt>
                <c:pt idx="1547">
                  <c:v>10.613275</c:v>
                </c:pt>
                <c:pt idx="1548">
                  <c:v>11.545849</c:v>
                </c:pt>
                <c:pt idx="1549">
                  <c:v>12.298045</c:v>
                </c:pt>
                <c:pt idx="1550">
                  <c:v>14.223841</c:v>
                </c:pt>
                <c:pt idx="1551">
                  <c:v>16.30908</c:v>
                </c:pt>
                <c:pt idx="1552">
                  <c:v>14.634803</c:v>
                </c:pt>
                <c:pt idx="1553">
                  <c:v>12.376259</c:v>
                </c:pt>
                <c:pt idx="1554">
                  <c:v>14.088426</c:v>
                </c:pt>
                <c:pt idx="1555">
                  <c:v>13.570956</c:v>
                </c:pt>
                <c:pt idx="1556">
                  <c:v>14.1562</c:v>
                </c:pt>
                <c:pt idx="1557">
                  <c:v>13.400798</c:v>
                </c:pt>
                <c:pt idx="1558">
                  <c:v>17.035358</c:v>
                </c:pt>
                <c:pt idx="1559">
                  <c:v>16.30335</c:v>
                </c:pt>
                <c:pt idx="1560">
                  <c:v>14.658002</c:v>
                </c:pt>
                <c:pt idx="1561">
                  <c:v>13.82366</c:v>
                </c:pt>
                <c:pt idx="1562">
                  <c:v>12.748709</c:v>
                </c:pt>
                <c:pt idx="1563">
                  <c:v>14.216911</c:v>
                </c:pt>
                <c:pt idx="1564">
                  <c:v>15.398972</c:v>
                </c:pt>
                <c:pt idx="1565">
                  <c:v>16.017701</c:v>
                </c:pt>
                <c:pt idx="1566">
                  <c:v>14.506822</c:v>
                </c:pt>
                <c:pt idx="1567">
                  <c:v>14.717623</c:v>
                </c:pt>
                <c:pt idx="1568">
                  <c:v>12.988048</c:v>
                </c:pt>
                <c:pt idx="1569">
                  <c:v>13.406406</c:v>
                </c:pt>
                <c:pt idx="1570">
                  <c:v>16.88812</c:v>
                </c:pt>
                <c:pt idx="1571">
                  <c:v>15.907287</c:v>
                </c:pt>
                <c:pt idx="1572">
                  <c:v>13.188333</c:v>
                </c:pt>
                <c:pt idx="1573">
                  <c:v>13.488969</c:v>
                </c:pt>
                <c:pt idx="1574">
                  <c:v>13.115576</c:v>
                </c:pt>
                <c:pt idx="1575">
                  <c:v>14.414932</c:v>
                </c:pt>
                <c:pt idx="1576">
                  <c:v>11.717057</c:v>
                </c:pt>
                <c:pt idx="1577">
                  <c:v>11.642945</c:v>
                </c:pt>
                <c:pt idx="1578">
                  <c:v>11.884792</c:v>
                </c:pt>
                <c:pt idx="1579">
                  <c:v>12.324683</c:v>
                </c:pt>
                <c:pt idx="1580">
                  <c:v>12.263168</c:v>
                </c:pt>
                <c:pt idx="1581">
                  <c:v>11.071166</c:v>
                </c:pt>
                <c:pt idx="1582">
                  <c:v>11.946739</c:v>
                </c:pt>
                <c:pt idx="1583">
                  <c:v>9.064558</c:v>
                </c:pt>
                <c:pt idx="1584">
                  <c:v>11.874009</c:v>
                </c:pt>
                <c:pt idx="1585">
                  <c:v>12.436141</c:v>
                </c:pt>
                <c:pt idx="1586">
                  <c:v>11.640191</c:v>
                </c:pt>
                <c:pt idx="1587">
                  <c:v>8.677149</c:v>
                </c:pt>
                <c:pt idx="1588">
                  <c:v>8.913671</c:v>
                </c:pt>
                <c:pt idx="1589">
                  <c:v>8.040558</c:v>
                </c:pt>
                <c:pt idx="1590">
                  <c:v>7.495883</c:v>
                </c:pt>
                <c:pt idx="1591">
                  <c:v>7.820037</c:v>
                </c:pt>
                <c:pt idx="1592">
                  <c:v>7.272852</c:v>
                </c:pt>
                <c:pt idx="1593">
                  <c:v>7.959489</c:v>
                </c:pt>
                <c:pt idx="1594">
                  <c:v>7.235709</c:v>
                </c:pt>
                <c:pt idx="1595">
                  <c:v>8.012474</c:v>
                </c:pt>
                <c:pt idx="1596">
                  <c:v>7.246518</c:v>
                </c:pt>
                <c:pt idx="1597">
                  <c:v>6.899081</c:v>
                </c:pt>
                <c:pt idx="1598">
                  <c:v>6.901578</c:v>
                </c:pt>
                <c:pt idx="1599">
                  <c:v>5.780092</c:v>
                </c:pt>
                <c:pt idx="1600">
                  <c:v>6.847431</c:v>
                </c:pt>
                <c:pt idx="1601">
                  <c:v>6.411492</c:v>
                </c:pt>
                <c:pt idx="1602">
                  <c:v>6.22247</c:v>
                </c:pt>
                <c:pt idx="1603">
                  <c:v>7.088765</c:v>
                </c:pt>
                <c:pt idx="1604">
                  <c:v>6.012832</c:v>
                </c:pt>
                <c:pt idx="1605">
                  <c:v>5.601586</c:v>
                </c:pt>
                <c:pt idx="1606">
                  <c:v>5.81824</c:v>
                </c:pt>
                <c:pt idx="1607">
                  <c:v>6.037097</c:v>
                </c:pt>
                <c:pt idx="1608">
                  <c:v>5.679411</c:v>
                </c:pt>
                <c:pt idx="1609">
                  <c:v>6.108531</c:v>
                </c:pt>
                <c:pt idx="1610">
                  <c:v>6.30267</c:v>
                </c:pt>
                <c:pt idx="1611">
                  <c:v>6.419987</c:v>
                </c:pt>
                <c:pt idx="1612">
                  <c:v>6.520706</c:v>
                </c:pt>
                <c:pt idx="1613">
                  <c:v>5.338804</c:v>
                </c:pt>
                <c:pt idx="1614">
                  <c:v>5.437709</c:v>
                </c:pt>
                <c:pt idx="1615">
                  <c:v>6.202576</c:v>
                </c:pt>
                <c:pt idx="1616">
                  <c:v>6.333348</c:v>
                </c:pt>
                <c:pt idx="1617">
                  <c:v>5.795027</c:v>
                </c:pt>
                <c:pt idx="1618">
                  <c:v>6.191729</c:v>
                </c:pt>
                <c:pt idx="1619">
                  <c:v>6.687091</c:v>
                </c:pt>
                <c:pt idx="1620">
                  <c:v>6.963414</c:v>
                </c:pt>
                <c:pt idx="1621">
                  <c:v>7.179209</c:v>
                </c:pt>
                <c:pt idx="1622">
                  <c:v>7.342302</c:v>
                </c:pt>
                <c:pt idx="1623">
                  <c:v>6.959263</c:v>
                </c:pt>
                <c:pt idx="1624">
                  <c:v>7.283722</c:v>
                </c:pt>
                <c:pt idx="1625">
                  <c:v>8.797844</c:v>
                </c:pt>
                <c:pt idx="1626">
                  <c:v>8.251616</c:v>
                </c:pt>
                <c:pt idx="1627">
                  <c:v>8.106726</c:v>
                </c:pt>
                <c:pt idx="1628">
                  <c:v>9.651319</c:v>
                </c:pt>
                <c:pt idx="1629">
                  <c:v>8.509292</c:v>
                </c:pt>
                <c:pt idx="1630">
                  <c:v>8.539933</c:v>
                </c:pt>
                <c:pt idx="1631">
                  <c:v>10.310717</c:v>
                </c:pt>
                <c:pt idx="1632">
                  <c:v>7.605351</c:v>
                </c:pt>
                <c:pt idx="1633">
                  <c:v>7.998896</c:v>
                </c:pt>
                <c:pt idx="1634">
                  <c:v>7.814771</c:v>
                </c:pt>
                <c:pt idx="1635">
                  <c:v>7.600027</c:v>
                </c:pt>
                <c:pt idx="1636">
                  <c:v>8.501738</c:v>
                </c:pt>
                <c:pt idx="1637">
                  <c:v>7.361669</c:v>
                </c:pt>
                <c:pt idx="1638">
                  <c:v>7.968756</c:v>
                </c:pt>
                <c:pt idx="1639">
                  <c:v>8.024078</c:v>
                </c:pt>
                <c:pt idx="1640">
                  <c:v>7.010999</c:v>
                </c:pt>
                <c:pt idx="1641">
                  <c:v>6.631743</c:v>
                </c:pt>
                <c:pt idx="1642">
                  <c:v>7.492539</c:v>
                </c:pt>
                <c:pt idx="1643">
                  <c:v>8.688435</c:v>
                </c:pt>
                <c:pt idx="1644">
                  <c:v>7.526881</c:v>
                </c:pt>
                <c:pt idx="1645">
                  <c:v>7.072787</c:v>
                </c:pt>
                <c:pt idx="1646">
                  <c:v>7.243739</c:v>
                </c:pt>
                <c:pt idx="1647">
                  <c:v>8.435202</c:v>
                </c:pt>
                <c:pt idx="1648">
                  <c:v>6.725825</c:v>
                </c:pt>
                <c:pt idx="1649">
                  <c:v>7.158263</c:v>
                </c:pt>
                <c:pt idx="1650">
                  <c:v>6.835101</c:v>
                </c:pt>
                <c:pt idx="1651">
                  <c:v>6.705712</c:v>
                </c:pt>
                <c:pt idx="1652">
                  <c:v>7.871624</c:v>
                </c:pt>
                <c:pt idx="1653">
                  <c:v>6.806393</c:v>
                </c:pt>
                <c:pt idx="1654">
                  <c:v>7.227456</c:v>
                </c:pt>
                <c:pt idx="1655">
                  <c:v>6.816359</c:v>
                </c:pt>
                <c:pt idx="1656">
                  <c:v>8.028608</c:v>
                </c:pt>
                <c:pt idx="1657">
                  <c:v>8.377992</c:v>
                </c:pt>
                <c:pt idx="1658">
                  <c:v>9.193677</c:v>
                </c:pt>
                <c:pt idx="1659">
                  <c:v>9.156362</c:v>
                </c:pt>
                <c:pt idx="1660">
                  <c:v>7.876681</c:v>
                </c:pt>
                <c:pt idx="1661">
                  <c:v>9.141855</c:v>
                </c:pt>
                <c:pt idx="1662">
                  <c:v>9.203472</c:v>
                </c:pt>
                <c:pt idx="1663">
                  <c:v>13.460384</c:v>
                </c:pt>
                <c:pt idx="1664">
                  <c:v>11.712971</c:v>
                </c:pt>
                <c:pt idx="1665">
                  <c:v>8.64922</c:v>
                </c:pt>
                <c:pt idx="1666">
                  <c:v>9.293292</c:v>
                </c:pt>
                <c:pt idx="1667">
                  <c:v>8.940332</c:v>
                </c:pt>
                <c:pt idx="1668">
                  <c:v>8.213896</c:v>
                </c:pt>
                <c:pt idx="1669">
                  <c:v>8.50972</c:v>
                </c:pt>
                <c:pt idx="1670">
                  <c:v>9.116929</c:v>
                </c:pt>
                <c:pt idx="1671">
                  <c:v>9.856966</c:v>
                </c:pt>
                <c:pt idx="1672">
                  <c:v>7.891934</c:v>
                </c:pt>
                <c:pt idx="1673">
                  <c:v>7.21361</c:v>
                </c:pt>
                <c:pt idx="1674">
                  <c:v>8.169943</c:v>
                </c:pt>
                <c:pt idx="1675">
                  <c:v>10.385102</c:v>
                </c:pt>
                <c:pt idx="1676">
                  <c:v>9.344392</c:v>
                </c:pt>
                <c:pt idx="1677">
                  <c:v>8.773702</c:v>
                </c:pt>
                <c:pt idx="1678">
                  <c:v>8.552274</c:v>
                </c:pt>
                <c:pt idx="1679">
                  <c:v>9.047661</c:v>
                </c:pt>
                <c:pt idx="1680">
                  <c:v>11.62496</c:v>
                </c:pt>
                <c:pt idx="1681">
                  <c:v>8.787563</c:v>
                </c:pt>
                <c:pt idx="1682">
                  <c:v>9.505698</c:v>
                </c:pt>
                <c:pt idx="1683">
                  <c:v>8.904843</c:v>
                </c:pt>
                <c:pt idx="1684">
                  <c:v>11.426768</c:v>
                </c:pt>
                <c:pt idx="1685">
                  <c:v>13.01792</c:v>
                </c:pt>
                <c:pt idx="1686">
                  <c:v>11.613539</c:v>
                </c:pt>
                <c:pt idx="1687">
                  <c:v>10.874772</c:v>
                </c:pt>
                <c:pt idx="1688">
                  <c:v>11.523116</c:v>
                </c:pt>
                <c:pt idx="1689">
                  <c:v>10.39764</c:v>
                </c:pt>
                <c:pt idx="1690">
                  <c:v>10.771386</c:v>
                </c:pt>
                <c:pt idx="1691">
                  <c:v>10.156978</c:v>
                </c:pt>
                <c:pt idx="1692">
                  <c:v>11.163644</c:v>
                </c:pt>
                <c:pt idx="1693">
                  <c:v>12.130605</c:v>
                </c:pt>
                <c:pt idx="1694">
                  <c:v>15.394651</c:v>
                </c:pt>
                <c:pt idx="1695">
                  <c:v>13.16959</c:v>
                </c:pt>
                <c:pt idx="1696">
                  <c:v>13.466124</c:v>
                </c:pt>
                <c:pt idx="1697">
                  <c:v>12.848179</c:v>
                </c:pt>
                <c:pt idx="1698">
                  <c:v>13.604018</c:v>
                </c:pt>
                <c:pt idx="1699">
                  <c:v>13.849163</c:v>
                </c:pt>
                <c:pt idx="1700">
                  <c:v>11.247625</c:v>
                </c:pt>
                <c:pt idx="1701">
                  <c:v>12.971385</c:v>
                </c:pt>
                <c:pt idx="1702">
                  <c:v>11.814949</c:v>
                </c:pt>
                <c:pt idx="1703">
                  <c:v>14.693923</c:v>
                </c:pt>
                <c:pt idx="1704">
                  <c:v>15.777139</c:v>
                </c:pt>
                <c:pt idx="1705">
                  <c:v>21.859707</c:v>
                </c:pt>
                <c:pt idx="1706">
                  <c:v>15.572202</c:v>
                </c:pt>
                <c:pt idx="1707">
                  <c:v>15.865737</c:v>
                </c:pt>
                <c:pt idx="1708">
                  <c:v>16.196747</c:v>
                </c:pt>
                <c:pt idx="1709">
                  <c:v>13.407153</c:v>
                </c:pt>
                <c:pt idx="1710">
                  <c:v>13.886882</c:v>
                </c:pt>
                <c:pt idx="1711">
                  <c:v>13.269231</c:v>
                </c:pt>
                <c:pt idx="1712">
                  <c:v>13.116776</c:v>
                </c:pt>
                <c:pt idx="1713">
                  <c:v>13.293116</c:v>
                </c:pt>
                <c:pt idx="1714">
                  <c:v>13.380855</c:v>
                </c:pt>
                <c:pt idx="1715">
                  <c:v>12.24791</c:v>
                </c:pt>
                <c:pt idx="1716">
                  <c:v>13.182004</c:v>
                </c:pt>
                <c:pt idx="1717">
                  <c:v>14.537247</c:v>
                </c:pt>
                <c:pt idx="1718">
                  <c:v>13.716212</c:v>
                </c:pt>
                <c:pt idx="1719">
                  <c:v>14.6303</c:v>
                </c:pt>
                <c:pt idx="1720">
                  <c:v>13.453088</c:v>
                </c:pt>
                <c:pt idx="1721">
                  <c:v>13.327811</c:v>
                </c:pt>
                <c:pt idx="1722">
                  <c:v>13.800183</c:v>
                </c:pt>
                <c:pt idx="1723">
                  <c:v>11.412456</c:v>
                </c:pt>
                <c:pt idx="1724">
                  <c:v>14.671791</c:v>
                </c:pt>
                <c:pt idx="1725">
                  <c:v>12.52382</c:v>
                </c:pt>
                <c:pt idx="1726">
                  <c:v>12.1702</c:v>
                </c:pt>
                <c:pt idx="1727">
                  <c:v>11.970331</c:v>
                </c:pt>
                <c:pt idx="1728">
                  <c:v>9.548118</c:v>
                </c:pt>
                <c:pt idx="1729">
                  <c:v>10.942928</c:v>
                </c:pt>
                <c:pt idx="1730">
                  <c:v>9.505308</c:v>
                </c:pt>
                <c:pt idx="1731">
                  <c:v>9.563398</c:v>
                </c:pt>
                <c:pt idx="1732">
                  <c:v>8.625253</c:v>
                </c:pt>
                <c:pt idx="1733">
                  <c:v>8.008066</c:v>
                </c:pt>
                <c:pt idx="1734">
                  <c:v>6.822419</c:v>
                </c:pt>
                <c:pt idx="1735">
                  <c:v>7.242516</c:v>
                </c:pt>
                <c:pt idx="1736">
                  <c:v>6.963205</c:v>
                </c:pt>
                <c:pt idx="1737">
                  <c:v>7.100332</c:v>
                </c:pt>
                <c:pt idx="1738">
                  <c:v>6.675241</c:v>
                </c:pt>
                <c:pt idx="1739">
                  <c:v>7.719477</c:v>
                </c:pt>
                <c:pt idx="1740">
                  <c:v>6.461698</c:v>
                </c:pt>
                <c:pt idx="1741">
                  <c:v>6.79458</c:v>
                </c:pt>
                <c:pt idx="1742">
                  <c:v>5.958903</c:v>
                </c:pt>
                <c:pt idx="1743">
                  <c:v>5.635363</c:v>
                </c:pt>
                <c:pt idx="1744">
                  <c:v>6.072501</c:v>
                </c:pt>
                <c:pt idx="1745">
                  <c:v>5.669899</c:v>
                </c:pt>
                <c:pt idx="1746">
                  <c:v>5.20196</c:v>
                </c:pt>
                <c:pt idx="1747">
                  <c:v>6.016369</c:v>
                </c:pt>
                <c:pt idx="1748">
                  <c:v>5.507088</c:v>
                </c:pt>
                <c:pt idx="1749">
                  <c:v>5.155927</c:v>
                </c:pt>
                <c:pt idx="1750">
                  <c:v>7.247584</c:v>
                </c:pt>
                <c:pt idx="1751">
                  <c:v>8.806869</c:v>
                </c:pt>
                <c:pt idx="1752">
                  <c:v>6.0066</c:v>
                </c:pt>
                <c:pt idx="1753">
                  <c:v>7.314109</c:v>
                </c:pt>
                <c:pt idx="1754">
                  <c:v>6.236928</c:v>
                </c:pt>
                <c:pt idx="1755">
                  <c:v>6.023886</c:v>
                </c:pt>
                <c:pt idx="1756">
                  <c:v>6.540931</c:v>
                </c:pt>
                <c:pt idx="1757">
                  <c:v>6.190138</c:v>
                </c:pt>
                <c:pt idx="1758">
                  <c:v>5.130243</c:v>
                </c:pt>
                <c:pt idx="1759">
                  <c:v>5.487475</c:v>
                </c:pt>
                <c:pt idx="1760">
                  <c:v>5.254821</c:v>
                </c:pt>
                <c:pt idx="1761">
                  <c:v>5.537142</c:v>
                </c:pt>
                <c:pt idx="1762">
                  <c:v>5.297621</c:v>
                </c:pt>
                <c:pt idx="1763">
                  <c:v>5.090907</c:v>
                </c:pt>
                <c:pt idx="1764">
                  <c:v>5.845258</c:v>
                </c:pt>
                <c:pt idx="1765">
                  <c:v>5.689229</c:v>
                </c:pt>
                <c:pt idx="1766">
                  <c:v>6.149297</c:v>
                </c:pt>
                <c:pt idx="1767">
                  <c:v>7.094944</c:v>
                </c:pt>
                <c:pt idx="1768">
                  <c:v>6.8607</c:v>
                </c:pt>
                <c:pt idx="1769">
                  <c:v>7.83934</c:v>
                </c:pt>
                <c:pt idx="1770">
                  <c:v>7.63493</c:v>
                </c:pt>
                <c:pt idx="1771">
                  <c:v>8.003057</c:v>
                </c:pt>
                <c:pt idx="1772">
                  <c:v>7.832548</c:v>
                </c:pt>
                <c:pt idx="1773">
                  <c:v>7.453755</c:v>
                </c:pt>
                <c:pt idx="1774">
                  <c:v>8.206379</c:v>
                </c:pt>
                <c:pt idx="1775">
                  <c:v>9.203776</c:v>
                </c:pt>
                <c:pt idx="1776">
                  <c:v>9.134386</c:v>
                </c:pt>
                <c:pt idx="1777">
                  <c:v>8.406492</c:v>
                </c:pt>
                <c:pt idx="1778">
                  <c:v>7.843415</c:v>
                </c:pt>
                <c:pt idx="1779">
                  <c:v>8.940834</c:v>
                </c:pt>
                <c:pt idx="1780">
                  <c:v>9.209677</c:v>
                </c:pt>
                <c:pt idx="1781">
                  <c:v>8.030566</c:v>
                </c:pt>
                <c:pt idx="1782">
                  <c:v>9.394047</c:v>
                </c:pt>
                <c:pt idx="1783">
                  <c:v>8.515044</c:v>
                </c:pt>
                <c:pt idx="1784">
                  <c:v>8.404961</c:v>
                </c:pt>
                <c:pt idx="1785">
                  <c:v>8.644962</c:v>
                </c:pt>
                <c:pt idx="1786">
                  <c:v>7.90037</c:v>
                </c:pt>
                <c:pt idx="1787">
                  <c:v>9.433651</c:v>
                </c:pt>
                <c:pt idx="1788">
                  <c:v>7.120959</c:v>
                </c:pt>
                <c:pt idx="1789">
                  <c:v>7.314143</c:v>
                </c:pt>
                <c:pt idx="1790">
                  <c:v>9.738352</c:v>
                </c:pt>
                <c:pt idx="1791">
                  <c:v>8.317491</c:v>
                </c:pt>
                <c:pt idx="1792">
                  <c:v>7.649303</c:v>
                </c:pt>
                <c:pt idx="1793">
                  <c:v>7.839329</c:v>
                </c:pt>
                <c:pt idx="1794">
                  <c:v>7.037431</c:v>
                </c:pt>
                <c:pt idx="1795">
                  <c:v>6.708539</c:v>
                </c:pt>
                <c:pt idx="1796">
                  <c:v>7.494608</c:v>
                </c:pt>
                <c:pt idx="1797">
                  <c:v>7.419098</c:v>
                </c:pt>
                <c:pt idx="1798">
                  <c:v>9.234273</c:v>
                </c:pt>
                <c:pt idx="1799">
                  <c:v>9.842032</c:v>
                </c:pt>
                <c:pt idx="1800">
                  <c:v>8.834951</c:v>
                </c:pt>
                <c:pt idx="1801">
                  <c:v>8.025631</c:v>
                </c:pt>
                <c:pt idx="1802">
                  <c:v>8.875057</c:v>
                </c:pt>
                <c:pt idx="1803">
                  <c:v>7.284517</c:v>
                </c:pt>
                <c:pt idx="1804">
                  <c:v>6.558031</c:v>
                </c:pt>
                <c:pt idx="1805">
                  <c:v>8.563195</c:v>
                </c:pt>
                <c:pt idx="1806">
                  <c:v>8.883101</c:v>
                </c:pt>
                <c:pt idx="1807">
                  <c:v>17.524956</c:v>
                </c:pt>
                <c:pt idx="1808">
                  <c:v>11.341659</c:v>
                </c:pt>
                <c:pt idx="1809">
                  <c:v>9.010518</c:v>
                </c:pt>
                <c:pt idx="1810">
                  <c:v>9.573813</c:v>
                </c:pt>
                <c:pt idx="1811">
                  <c:v>9.520718</c:v>
                </c:pt>
                <c:pt idx="1812">
                  <c:v>8.651156</c:v>
                </c:pt>
                <c:pt idx="1813">
                  <c:v>9.38009</c:v>
                </c:pt>
                <c:pt idx="1814">
                  <c:v>10.117032</c:v>
                </c:pt>
                <c:pt idx="1815">
                  <c:v>10.169772</c:v>
                </c:pt>
                <c:pt idx="1816">
                  <c:v>10.410897</c:v>
                </c:pt>
                <c:pt idx="1817">
                  <c:v>10.401507</c:v>
                </c:pt>
                <c:pt idx="1818">
                  <c:v>9.846365</c:v>
                </c:pt>
                <c:pt idx="1819">
                  <c:v>10.580442</c:v>
                </c:pt>
                <c:pt idx="1820">
                  <c:v>9.226755</c:v>
                </c:pt>
                <c:pt idx="1821">
                  <c:v>10.54828</c:v>
                </c:pt>
                <c:pt idx="1822">
                  <c:v>10.921171</c:v>
                </c:pt>
                <c:pt idx="1823">
                  <c:v>10.717103</c:v>
                </c:pt>
                <c:pt idx="1824">
                  <c:v>10.935091</c:v>
                </c:pt>
                <c:pt idx="1825">
                  <c:v>15.616644</c:v>
                </c:pt>
                <c:pt idx="1826">
                  <c:v>11.43382</c:v>
                </c:pt>
                <c:pt idx="1827">
                  <c:v>11.766616</c:v>
                </c:pt>
                <c:pt idx="1828">
                  <c:v>9.444423</c:v>
                </c:pt>
                <c:pt idx="1829">
                  <c:v>9.414892</c:v>
                </c:pt>
                <c:pt idx="1830">
                  <c:v>10.446804</c:v>
                </c:pt>
                <c:pt idx="1831">
                  <c:v>12.110282</c:v>
                </c:pt>
                <c:pt idx="1832">
                  <c:v>12.178205</c:v>
                </c:pt>
                <c:pt idx="1833">
                  <c:v>12.549441</c:v>
                </c:pt>
                <c:pt idx="1834">
                  <c:v>13.066631</c:v>
                </c:pt>
                <c:pt idx="1835">
                  <c:v>13.702464</c:v>
                </c:pt>
                <c:pt idx="1836">
                  <c:v>11.673416</c:v>
                </c:pt>
                <c:pt idx="1837">
                  <c:v>12.255613</c:v>
                </c:pt>
                <c:pt idx="1838">
                  <c:v>14.275491</c:v>
                </c:pt>
                <c:pt idx="1839">
                  <c:v>13.711448</c:v>
                </c:pt>
                <c:pt idx="1840">
                  <c:v>15.216316</c:v>
                </c:pt>
                <c:pt idx="1841">
                  <c:v>15.702841</c:v>
                </c:pt>
                <c:pt idx="1842">
                  <c:v>15.680988</c:v>
                </c:pt>
                <c:pt idx="1843">
                  <c:v>16.103656</c:v>
                </c:pt>
                <c:pt idx="1844">
                  <c:v>12.353477</c:v>
                </c:pt>
                <c:pt idx="1845">
                  <c:v>12.97829</c:v>
                </c:pt>
                <c:pt idx="1846">
                  <c:v>13.669998</c:v>
                </c:pt>
                <c:pt idx="1847">
                  <c:v>11.516282</c:v>
                </c:pt>
                <c:pt idx="1848">
                  <c:v>12.617531</c:v>
                </c:pt>
                <c:pt idx="1849">
                  <c:v>15.00293</c:v>
                </c:pt>
                <c:pt idx="1850">
                  <c:v>14.573652</c:v>
                </c:pt>
                <c:pt idx="1851">
                  <c:v>13.841362</c:v>
                </c:pt>
                <c:pt idx="1852">
                  <c:v>15.02591</c:v>
                </c:pt>
                <c:pt idx="1853">
                  <c:v>12.9814</c:v>
                </c:pt>
                <c:pt idx="1854">
                  <c:v>14.092444</c:v>
                </c:pt>
                <c:pt idx="1855">
                  <c:v>15.227177</c:v>
                </c:pt>
                <c:pt idx="1856">
                  <c:v>13.434048</c:v>
                </c:pt>
                <c:pt idx="1857">
                  <c:v>13.56046</c:v>
                </c:pt>
                <c:pt idx="1858">
                  <c:v>14.883569</c:v>
                </c:pt>
                <c:pt idx="1859">
                  <c:v>14.747541</c:v>
                </c:pt>
                <c:pt idx="1860">
                  <c:v>14.074985</c:v>
                </c:pt>
                <c:pt idx="1861">
                  <c:v>14.67775</c:v>
                </c:pt>
                <c:pt idx="1862">
                  <c:v>11.381619</c:v>
                </c:pt>
                <c:pt idx="1863">
                  <c:v>11.413828</c:v>
                </c:pt>
                <c:pt idx="1864">
                  <c:v>11.134421</c:v>
                </c:pt>
                <c:pt idx="1865">
                  <c:v>10.179016</c:v>
                </c:pt>
                <c:pt idx="1866">
                  <c:v>16.882895</c:v>
                </c:pt>
                <c:pt idx="1867">
                  <c:v>12.850028</c:v>
                </c:pt>
                <c:pt idx="1868">
                  <c:v>10.120179</c:v>
                </c:pt>
                <c:pt idx="1869">
                  <c:v>9.264757</c:v>
                </c:pt>
                <c:pt idx="1870">
                  <c:v>9.334857</c:v>
                </c:pt>
                <c:pt idx="1871">
                  <c:v>8.22417</c:v>
                </c:pt>
                <c:pt idx="1872">
                  <c:v>7.99979</c:v>
                </c:pt>
                <c:pt idx="1873">
                  <c:v>8.693811</c:v>
                </c:pt>
                <c:pt idx="1874">
                  <c:v>6.75314</c:v>
                </c:pt>
                <c:pt idx="1875">
                  <c:v>6.926541</c:v>
                </c:pt>
                <c:pt idx="1876">
                  <c:v>7.472636</c:v>
                </c:pt>
                <c:pt idx="1877">
                  <c:v>8.120783</c:v>
                </c:pt>
                <c:pt idx="1878">
                  <c:v>8.025474</c:v>
                </c:pt>
                <c:pt idx="1879">
                  <c:v>8.638414</c:v>
                </c:pt>
                <c:pt idx="1880">
                  <c:v>7.048463</c:v>
                </c:pt>
                <c:pt idx="1881">
                  <c:v>7.356088</c:v>
                </c:pt>
                <c:pt idx="1882">
                  <c:v>7.543446</c:v>
                </c:pt>
                <c:pt idx="1883">
                  <c:v>6.810532</c:v>
                </c:pt>
                <c:pt idx="1884">
                  <c:v>7.604657</c:v>
                </c:pt>
                <c:pt idx="1885">
                  <c:v>6.597858</c:v>
                </c:pt>
                <c:pt idx="1886">
                  <c:v>6.998514</c:v>
                </c:pt>
                <c:pt idx="1887">
                  <c:v>5.713396</c:v>
                </c:pt>
                <c:pt idx="1888">
                  <c:v>6.234516</c:v>
                </c:pt>
                <c:pt idx="1889">
                  <c:v>6.364788</c:v>
                </c:pt>
                <c:pt idx="1890">
                  <c:v>5.006534</c:v>
                </c:pt>
                <c:pt idx="1891">
                  <c:v>5.855346</c:v>
                </c:pt>
                <c:pt idx="1892">
                  <c:v>5.563023</c:v>
                </c:pt>
                <c:pt idx="1893">
                  <c:v>4.412412</c:v>
                </c:pt>
                <c:pt idx="1894">
                  <c:v>5.314613</c:v>
                </c:pt>
                <c:pt idx="1895">
                  <c:v>4.475939</c:v>
                </c:pt>
                <c:pt idx="1896">
                  <c:v>4.068096</c:v>
                </c:pt>
                <c:pt idx="1897">
                  <c:v>5.026109</c:v>
                </c:pt>
                <c:pt idx="1898">
                  <c:v>4.56079</c:v>
                </c:pt>
                <c:pt idx="1899">
                  <c:v>4.811574</c:v>
                </c:pt>
                <c:pt idx="1900">
                  <c:v>5.323011</c:v>
                </c:pt>
                <c:pt idx="1901">
                  <c:v>5.886173</c:v>
                </c:pt>
                <c:pt idx="1902">
                  <c:v>5.177866</c:v>
                </c:pt>
                <c:pt idx="1903">
                  <c:v>5.92814</c:v>
                </c:pt>
                <c:pt idx="1904">
                  <c:v>5.913853</c:v>
                </c:pt>
                <c:pt idx="1905">
                  <c:v>5.898145</c:v>
                </c:pt>
                <c:pt idx="1906">
                  <c:v>6.593254</c:v>
                </c:pt>
                <c:pt idx="1907">
                  <c:v>6.004824</c:v>
                </c:pt>
                <c:pt idx="1908">
                  <c:v>5.672811</c:v>
                </c:pt>
                <c:pt idx="1909">
                  <c:v>6.83962</c:v>
                </c:pt>
                <c:pt idx="1910">
                  <c:v>6.822627</c:v>
                </c:pt>
                <c:pt idx="1911">
                  <c:v>8.035991</c:v>
                </c:pt>
                <c:pt idx="1912">
                  <c:v>8.709235</c:v>
                </c:pt>
                <c:pt idx="1913">
                  <c:v>7.559458</c:v>
                </c:pt>
                <c:pt idx="1914">
                  <c:v>8.30198</c:v>
                </c:pt>
                <c:pt idx="1915">
                  <c:v>8.758314</c:v>
                </c:pt>
                <c:pt idx="1916">
                  <c:v>9.168665</c:v>
                </c:pt>
                <c:pt idx="1917">
                  <c:v>9.168959</c:v>
                </c:pt>
                <c:pt idx="1918">
                  <c:v>9.815772</c:v>
                </c:pt>
                <c:pt idx="1919">
                  <c:v>9.792132</c:v>
                </c:pt>
                <c:pt idx="1920">
                  <c:v>9.156213</c:v>
                </c:pt>
                <c:pt idx="1921">
                  <c:v>10.191673</c:v>
                </c:pt>
                <c:pt idx="1922">
                  <c:v>9.221404</c:v>
                </c:pt>
                <c:pt idx="1923">
                  <c:v>8.328998</c:v>
                </c:pt>
                <c:pt idx="1924">
                  <c:v>9.355569</c:v>
                </c:pt>
                <c:pt idx="1925">
                  <c:v>10.822768</c:v>
                </c:pt>
                <c:pt idx="1926">
                  <c:v>9.43747</c:v>
                </c:pt>
                <c:pt idx="1927">
                  <c:v>8.703479</c:v>
                </c:pt>
                <c:pt idx="1928">
                  <c:v>7.234226</c:v>
                </c:pt>
                <c:pt idx="1929">
                  <c:v>10.759535</c:v>
                </c:pt>
                <c:pt idx="1930">
                  <c:v>9.431703</c:v>
                </c:pt>
                <c:pt idx="1931">
                  <c:v>8.177402</c:v>
                </c:pt>
                <c:pt idx="1932">
                  <c:v>9.922061</c:v>
                </c:pt>
                <c:pt idx="1933">
                  <c:v>8.461413</c:v>
                </c:pt>
                <c:pt idx="1934">
                  <c:v>8.726314</c:v>
                </c:pt>
                <c:pt idx="1935">
                  <c:v>7.941088</c:v>
                </c:pt>
                <c:pt idx="1936">
                  <c:v>8.657216</c:v>
                </c:pt>
                <c:pt idx="1937">
                  <c:v>8.393971</c:v>
                </c:pt>
                <c:pt idx="1938">
                  <c:v>8.168183</c:v>
                </c:pt>
                <c:pt idx="1939">
                  <c:v>9.461783</c:v>
                </c:pt>
                <c:pt idx="1940">
                  <c:v>7.943414</c:v>
                </c:pt>
                <c:pt idx="1941">
                  <c:v>8.693908</c:v>
                </c:pt>
                <c:pt idx="1942">
                  <c:v>8.576479</c:v>
                </c:pt>
                <c:pt idx="1943">
                  <c:v>8.790893</c:v>
                </c:pt>
                <c:pt idx="1944">
                  <c:v>10.248589</c:v>
                </c:pt>
                <c:pt idx="1945">
                  <c:v>8.312912</c:v>
                </c:pt>
                <c:pt idx="1946">
                  <c:v>8.979718</c:v>
                </c:pt>
                <c:pt idx="1947">
                  <c:v>9.076995</c:v>
                </c:pt>
                <c:pt idx="1948">
                  <c:v>12.150622</c:v>
                </c:pt>
                <c:pt idx="1949">
                  <c:v>9.696397</c:v>
                </c:pt>
                <c:pt idx="1950">
                  <c:v>10.298634</c:v>
                </c:pt>
                <c:pt idx="1951">
                  <c:v>8.84887</c:v>
                </c:pt>
                <c:pt idx="1952">
                  <c:v>9.117761</c:v>
                </c:pt>
                <c:pt idx="1953">
                  <c:v>9.569235</c:v>
                </c:pt>
                <c:pt idx="1954">
                  <c:v>10.665293</c:v>
                </c:pt>
                <c:pt idx="1955">
                  <c:v>11.609744</c:v>
                </c:pt>
                <c:pt idx="1956">
                  <c:v>15.050386</c:v>
                </c:pt>
                <c:pt idx="1957">
                  <c:v>13.868324</c:v>
                </c:pt>
                <c:pt idx="1958">
                  <c:v>8.665002</c:v>
                </c:pt>
                <c:pt idx="1959">
                  <c:v>8.902505</c:v>
                </c:pt>
                <c:pt idx="1960">
                  <c:v>8.411609</c:v>
                </c:pt>
                <c:pt idx="1961">
                  <c:v>8.89391</c:v>
                </c:pt>
                <c:pt idx="1962">
                  <c:v>9.046669</c:v>
                </c:pt>
                <c:pt idx="1963">
                  <c:v>9.358126</c:v>
                </c:pt>
                <c:pt idx="1964">
                  <c:v>9.636898</c:v>
                </c:pt>
                <c:pt idx="1965">
                  <c:v>9.871745</c:v>
                </c:pt>
                <c:pt idx="1966">
                  <c:v>10.560696</c:v>
                </c:pt>
                <c:pt idx="1967">
                  <c:v>9.025174</c:v>
                </c:pt>
                <c:pt idx="1968">
                  <c:v>10.123189</c:v>
                </c:pt>
                <c:pt idx="1969">
                  <c:v>11.418502</c:v>
                </c:pt>
                <c:pt idx="1970">
                  <c:v>11.455539</c:v>
                </c:pt>
                <c:pt idx="1971">
                  <c:v>11.958381</c:v>
                </c:pt>
                <c:pt idx="1972">
                  <c:v>12.04</c:v>
                </c:pt>
                <c:pt idx="1973">
                  <c:v>11.564789</c:v>
                </c:pt>
                <c:pt idx="1974">
                  <c:v>11.383493</c:v>
                </c:pt>
                <c:pt idx="1975">
                  <c:v>10.780849</c:v>
                </c:pt>
                <c:pt idx="1976">
                  <c:v>10.552298</c:v>
                </c:pt>
                <c:pt idx="1977">
                  <c:v>11.704377</c:v>
                </c:pt>
                <c:pt idx="1978">
                  <c:v>13.357546</c:v>
                </c:pt>
                <c:pt idx="1979">
                  <c:v>13.384041</c:v>
                </c:pt>
                <c:pt idx="1980">
                  <c:v>12.269277</c:v>
                </c:pt>
                <c:pt idx="1981">
                  <c:v>14.604701</c:v>
                </c:pt>
                <c:pt idx="1982">
                  <c:v>16.948563</c:v>
                </c:pt>
                <c:pt idx="1983">
                  <c:v>13.696195</c:v>
                </c:pt>
                <c:pt idx="1984">
                  <c:v>13.019008</c:v>
                </c:pt>
                <c:pt idx="1985">
                  <c:v>13.318433</c:v>
                </c:pt>
                <c:pt idx="1986">
                  <c:v>13.03845</c:v>
                </c:pt>
                <c:pt idx="1987">
                  <c:v>12.108484</c:v>
                </c:pt>
                <c:pt idx="1988">
                  <c:v>15.701225</c:v>
                </c:pt>
                <c:pt idx="1989">
                  <c:v>12.39138</c:v>
                </c:pt>
                <c:pt idx="1990">
                  <c:v>14.155454</c:v>
                </c:pt>
                <c:pt idx="1991">
                  <c:v>15.631467</c:v>
                </c:pt>
                <c:pt idx="1992">
                  <c:v>14.232346</c:v>
                </c:pt>
                <c:pt idx="1993">
                  <c:v>26.563538</c:v>
                </c:pt>
                <c:pt idx="1994">
                  <c:v>16.768146</c:v>
                </c:pt>
                <c:pt idx="1995">
                  <c:v>14.775421</c:v>
                </c:pt>
                <c:pt idx="1996">
                  <c:v>14.377102</c:v>
                </c:pt>
                <c:pt idx="1997">
                  <c:v>13.352749</c:v>
                </c:pt>
                <c:pt idx="1998">
                  <c:v>15.949484</c:v>
                </c:pt>
                <c:pt idx="1999">
                  <c:v>12.168249</c:v>
                </c:pt>
                <c:pt idx="2000">
                  <c:v>13.60467</c:v>
                </c:pt>
                <c:pt idx="2001">
                  <c:v>14.521281</c:v>
                </c:pt>
                <c:pt idx="2002">
                  <c:v>13.758276</c:v>
                </c:pt>
                <c:pt idx="2003">
                  <c:v>13.308013</c:v>
                </c:pt>
                <c:pt idx="2004">
                  <c:v>16.014029</c:v>
                </c:pt>
                <c:pt idx="2005">
                  <c:v>12.851092</c:v>
                </c:pt>
                <c:pt idx="2006">
                  <c:v>15.731832</c:v>
                </c:pt>
                <c:pt idx="2007">
                  <c:v>15.172453</c:v>
                </c:pt>
                <c:pt idx="2008">
                  <c:v>14.929074</c:v>
                </c:pt>
                <c:pt idx="2009">
                  <c:v>12.315085</c:v>
                </c:pt>
                <c:pt idx="2010">
                  <c:v>12.841189</c:v>
                </c:pt>
                <c:pt idx="2011">
                  <c:v>12.97496</c:v>
                </c:pt>
                <c:pt idx="2012">
                  <c:v>13.721269</c:v>
                </c:pt>
                <c:pt idx="2013">
                  <c:v>16.799303</c:v>
                </c:pt>
                <c:pt idx="2014">
                  <c:v>11.56043</c:v>
                </c:pt>
                <c:pt idx="2015">
                  <c:v>10.597422</c:v>
                </c:pt>
                <c:pt idx="2016">
                  <c:v>9.808243</c:v>
                </c:pt>
                <c:pt idx="2017">
                  <c:v>9.667958</c:v>
                </c:pt>
                <c:pt idx="2018">
                  <c:v>8.989854</c:v>
                </c:pt>
                <c:pt idx="2019">
                  <c:v>8.704572</c:v>
                </c:pt>
                <c:pt idx="2020">
                  <c:v>8.788895</c:v>
                </c:pt>
                <c:pt idx="2021">
                  <c:v>8.12438</c:v>
                </c:pt>
                <c:pt idx="2022">
                  <c:v>7.405962</c:v>
                </c:pt>
                <c:pt idx="2023">
                  <c:v>7.557253</c:v>
                </c:pt>
                <c:pt idx="2024">
                  <c:v>7.899756</c:v>
                </c:pt>
                <c:pt idx="2025">
                  <c:v>7.984462</c:v>
                </c:pt>
                <c:pt idx="2026">
                  <c:v>7.78343</c:v>
                </c:pt>
                <c:pt idx="2027">
                  <c:v>7.807866</c:v>
                </c:pt>
                <c:pt idx="2028">
                  <c:v>8.282393</c:v>
                </c:pt>
                <c:pt idx="2029">
                  <c:v>6.792435</c:v>
                </c:pt>
                <c:pt idx="2030">
                  <c:v>7.192077</c:v>
                </c:pt>
                <c:pt idx="2031">
                  <c:v>5.949182</c:v>
                </c:pt>
                <c:pt idx="2032">
                  <c:v>6.117478</c:v>
                </c:pt>
                <c:pt idx="2033">
                  <c:v>6.101589</c:v>
                </c:pt>
                <c:pt idx="2034">
                  <c:v>6.091255</c:v>
                </c:pt>
                <c:pt idx="2035">
                  <c:v>5.282122</c:v>
                </c:pt>
                <c:pt idx="2036">
                  <c:v>5.930808</c:v>
                </c:pt>
                <c:pt idx="2037">
                  <c:v>5.152683</c:v>
                </c:pt>
                <c:pt idx="2038">
                  <c:v>5.028068</c:v>
                </c:pt>
                <c:pt idx="2039">
                  <c:v>5.595771</c:v>
                </c:pt>
                <c:pt idx="2040">
                  <c:v>5.400922</c:v>
                </c:pt>
                <c:pt idx="2041">
                  <c:v>5.149989</c:v>
                </c:pt>
                <c:pt idx="2042">
                  <c:v>5.033797</c:v>
                </c:pt>
                <c:pt idx="2043">
                  <c:v>5.541084</c:v>
                </c:pt>
                <c:pt idx="2044">
                  <c:v>4.971594</c:v>
                </c:pt>
                <c:pt idx="2045">
                  <c:v>5.809437</c:v>
                </c:pt>
                <c:pt idx="2046">
                  <c:v>5.872889</c:v>
                </c:pt>
                <c:pt idx="2047">
                  <c:v>5.590286</c:v>
                </c:pt>
                <c:pt idx="2048">
                  <c:v>6.533841</c:v>
                </c:pt>
                <c:pt idx="2049">
                  <c:v>6.974848</c:v>
                </c:pt>
                <c:pt idx="2050">
                  <c:v>6.666513</c:v>
                </c:pt>
                <c:pt idx="2051">
                  <c:v>6.382122</c:v>
                </c:pt>
                <c:pt idx="2052">
                  <c:v>7.101384</c:v>
                </c:pt>
                <c:pt idx="2053">
                  <c:v>6.150263</c:v>
                </c:pt>
                <c:pt idx="2054">
                  <c:v>7.043</c:v>
                </c:pt>
                <c:pt idx="2055">
                  <c:v>7.433017</c:v>
                </c:pt>
                <c:pt idx="2056">
                  <c:v>7.70208</c:v>
                </c:pt>
                <c:pt idx="2057">
                  <c:v>8.322937</c:v>
                </c:pt>
                <c:pt idx="2058">
                  <c:v>9.093497</c:v>
                </c:pt>
                <c:pt idx="2059">
                  <c:v>8.280457</c:v>
                </c:pt>
                <c:pt idx="2060">
                  <c:v>9.584243</c:v>
                </c:pt>
                <c:pt idx="2061">
                  <c:v>9.230586</c:v>
                </c:pt>
                <c:pt idx="2062">
                  <c:v>9.065534</c:v>
                </c:pt>
                <c:pt idx="2063">
                  <c:v>9.776265</c:v>
                </c:pt>
                <c:pt idx="2064">
                  <c:v>10.822166</c:v>
                </c:pt>
                <c:pt idx="2065">
                  <c:v>9.721382</c:v>
                </c:pt>
                <c:pt idx="2066">
                  <c:v>12.628943</c:v>
                </c:pt>
                <c:pt idx="2067">
                  <c:v>10.332865</c:v>
                </c:pt>
                <c:pt idx="2068">
                  <c:v>9.549292</c:v>
                </c:pt>
                <c:pt idx="2069">
                  <c:v>10.24511</c:v>
                </c:pt>
                <c:pt idx="2070">
                  <c:v>11.515097</c:v>
                </c:pt>
                <c:pt idx="2071">
                  <c:v>9.010272</c:v>
                </c:pt>
                <c:pt idx="2072">
                  <c:v>10.665613</c:v>
                </c:pt>
                <c:pt idx="2073">
                  <c:v>9.275065</c:v>
                </c:pt>
                <c:pt idx="2074">
                  <c:v>8.433291</c:v>
                </c:pt>
                <c:pt idx="2075">
                  <c:v>8.835575</c:v>
                </c:pt>
                <c:pt idx="2076">
                  <c:v>8.337849</c:v>
                </c:pt>
                <c:pt idx="2077">
                  <c:v>8.553181</c:v>
                </c:pt>
                <c:pt idx="2078">
                  <c:v>8.275854</c:v>
                </c:pt>
                <c:pt idx="2079">
                  <c:v>8.04462</c:v>
                </c:pt>
                <c:pt idx="2080">
                  <c:v>7.952853</c:v>
                </c:pt>
                <c:pt idx="2081">
                  <c:v>6.90733</c:v>
                </c:pt>
                <c:pt idx="2082">
                  <c:v>8.649663</c:v>
                </c:pt>
                <c:pt idx="2083">
                  <c:v>7.488109</c:v>
                </c:pt>
                <c:pt idx="2084">
                  <c:v>8.318215</c:v>
                </c:pt>
                <c:pt idx="2085">
                  <c:v>10.12559</c:v>
                </c:pt>
                <c:pt idx="2086">
                  <c:v>9.181117</c:v>
                </c:pt>
                <c:pt idx="2087">
                  <c:v>7.743326</c:v>
                </c:pt>
                <c:pt idx="2088">
                  <c:v>8.600792</c:v>
                </c:pt>
                <c:pt idx="2089">
                  <c:v>7.262188</c:v>
                </c:pt>
                <c:pt idx="2090">
                  <c:v>8.440723</c:v>
                </c:pt>
                <c:pt idx="2091">
                  <c:v>9.30179</c:v>
                </c:pt>
                <c:pt idx="2092">
                  <c:v>8.036542</c:v>
                </c:pt>
                <c:pt idx="2093">
                  <c:v>8.969223</c:v>
                </c:pt>
                <c:pt idx="2094">
                  <c:v>10.894005</c:v>
                </c:pt>
                <c:pt idx="2095">
                  <c:v>9.702651</c:v>
                </c:pt>
                <c:pt idx="2096">
                  <c:v>10.054729</c:v>
                </c:pt>
                <c:pt idx="2097">
                  <c:v>10.159561</c:v>
                </c:pt>
                <c:pt idx="2098">
                  <c:v>8.781818</c:v>
                </c:pt>
                <c:pt idx="2099">
                  <c:v>9.951245</c:v>
                </c:pt>
                <c:pt idx="2100">
                  <c:v>9.170831</c:v>
                </c:pt>
                <c:pt idx="2101">
                  <c:v>9.770952</c:v>
                </c:pt>
                <c:pt idx="2102">
                  <c:v>9.517719</c:v>
                </c:pt>
                <c:pt idx="2103">
                  <c:v>9.918449</c:v>
                </c:pt>
                <c:pt idx="2104">
                  <c:v>10.307155</c:v>
                </c:pt>
                <c:pt idx="2105">
                  <c:v>8.396735</c:v>
                </c:pt>
                <c:pt idx="2106">
                  <c:v>10.562531</c:v>
                </c:pt>
                <c:pt idx="2107">
                  <c:v>9.926026</c:v>
                </c:pt>
                <c:pt idx="2108">
                  <c:v>11.013455</c:v>
                </c:pt>
                <c:pt idx="2109">
                  <c:v>10.05953</c:v>
                </c:pt>
                <c:pt idx="2110">
                  <c:v>10.176885</c:v>
                </c:pt>
                <c:pt idx="2111">
                  <c:v>8.816698</c:v>
                </c:pt>
                <c:pt idx="2112">
                  <c:v>10.306642</c:v>
                </c:pt>
                <c:pt idx="2113">
                  <c:v>10.641348</c:v>
                </c:pt>
                <c:pt idx="2114">
                  <c:v>10.909578</c:v>
                </c:pt>
                <c:pt idx="2115">
                  <c:v>10.074526</c:v>
                </c:pt>
                <c:pt idx="2116">
                  <c:v>9.917004</c:v>
                </c:pt>
                <c:pt idx="2117">
                  <c:v>10.412158</c:v>
                </c:pt>
                <c:pt idx="2118">
                  <c:v>10.775755</c:v>
                </c:pt>
                <c:pt idx="2119">
                  <c:v>11.420487</c:v>
                </c:pt>
                <c:pt idx="2120">
                  <c:v>12.297506</c:v>
                </c:pt>
                <c:pt idx="2121">
                  <c:v>12.420223</c:v>
                </c:pt>
                <c:pt idx="2122">
                  <c:v>14.430565</c:v>
                </c:pt>
                <c:pt idx="2123">
                  <c:v>11.313489</c:v>
                </c:pt>
                <c:pt idx="2124">
                  <c:v>11.679082</c:v>
                </c:pt>
                <c:pt idx="2125">
                  <c:v>10.065564</c:v>
                </c:pt>
                <c:pt idx="2126">
                  <c:v>13.744821</c:v>
                </c:pt>
                <c:pt idx="2127">
                  <c:v>12.781077</c:v>
                </c:pt>
                <c:pt idx="2128">
                  <c:v>14.24633</c:v>
                </c:pt>
                <c:pt idx="2129">
                  <c:v>16.435803</c:v>
                </c:pt>
                <c:pt idx="2130">
                  <c:v>25.276122</c:v>
                </c:pt>
                <c:pt idx="2131">
                  <c:v>13.914892</c:v>
                </c:pt>
                <c:pt idx="2132">
                  <c:v>17.0269</c:v>
                </c:pt>
                <c:pt idx="2133">
                  <c:v>12.845191</c:v>
                </c:pt>
                <c:pt idx="2134">
                  <c:v>12.771517</c:v>
                </c:pt>
                <c:pt idx="2135">
                  <c:v>13.875619</c:v>
                </c:pt>
                <c:pt idx="2136">
                  <c:v>13.410887</c:v>
                </c:pt>
                <c:pt idx="2137">
                  <c:v>14.010382</c:v>
                </c:pt>
                <c:pt idx="2138">
                  <c:v>16.023944</c:v>
                </c:pt>
                <c:pt idx="2139">
                  <c:v>15.089043</c:v>
                </c:pt>
                <c:pt idx="2140">
                  <c:v>17.38554</c:v>
                </c:pt>
                <c:pt idx="2141">
                  <c:v>12.837086</c:v>
                </c:pt>
                <c:pt idx="2142">
                  <c:v>14.795534</c:v>
                </c:pt>
                <c:pt idx="2143">
                  <c:v>14.0214</c:v>
                </c:pt>
                <c:pt idx="2144">
                  <c:v>15.923337</c:v>
                </c:pt>
                <c:pt idx="2145">
                  <c:v>14.492561</c:v>
                </c:pt>
                <c:pt idx="2146">
                  <c:v>13.067574</c:v>
                </c:pt>
                <c:pt idx="2147">
                  <c:v>14.504474</c:v>
                </c:pt>
                <c:pt idx="2148">
                  <c:v>12.713991</c:v>
                </c:pt>
                <c:pt idx="2149">
                  <c:v>12.901703</c:v>
                </c:pt>
                <c:pt idx="2150">
                  <c:v>15.875115</c:v>
                </c:pt>
                <c:pt idx="2151">
                  <c:v>14.939383</c:v>
                </c:pt>
                <c:pt idx="2152">
                  <c:v>19.46825</c:v>
                </c:pt>
                <c:pt idx="2153">
                  <c:v>11.423293</c:v>
                </c:pt>
                <c:pt idx="2154">
                  <c:v>10.694417</c:v>
                </c:pt>
                <c:pt idx="2155">
                  <c:v>11.033361</c:v>
                </c:pt>
                <c:pt idx="2156">
                  <c:v>11.228283</c:v>
                </c:pt>
                <c:pt idx="2157">
                  <c:v>10.876818</c:v>
                </c:pt>
                <c:pt idx="2158">
                  <c:v>8.681028</c:v>
                </c:pt>
                <c:pt idx="2159">
                  <c:v>9.750803</c:v>
                </c:pt>
                <c:pt idx="2160">
                  <c:v>9.900244</c:v>
                </c:pt>
                <c:pt idx="2161">
                  <c:v>9.363907</c:v>
                </c:pt>
                <c:pt idx="2162">
                  <c:v>9.236293</c:v>
                </c:pt>
                <c:pt idx="2163">
                  <c:v>11.195183</c:v>
                </c:pt>
                <c:pt idx="2164">
                  <c:v>10.198875</c:v>
                </c:pt>
                <c:pt idx="2165">
                  <c:v>9.970136</c:v>
                </c:pt>
                <c:pt idx="2166">
                  <c:v>8.965567</c:v>
                </c:pt>
                <c:pt idx="2167">
                  <c:v>8.490612</c:v>
                </c:pt>
                <c:pt idx="2168">
                  <c:v>7.845954</c:v>
                </c:pt>
                <c:pt idx="2169">
                  <c:v>7.844792</c:v>
                </c:pt>
                <c:pt idx="2170">
                  <c:v>8.560968</c:v>
                </c:pt>
                <c:pt idx="2171">
                  <c:v>7.316644</c:v>
                </c:pt>
                <c:pt idx="2172">
                  <c:v>7.765509</c:v>
                </c:pt>
                <c:pt idx="2173">
                  <c:v>7.290272</c:v>
                </c:pt>
                <c:pt idx="2174">
                  <c:v>7.621357</c:v>
                </c:pt>
                <c:pt idx="2175">
                  <c:v>8.416154</c:v>
                </c:pt>
                <c:pt idx="2176">
                  <c:v>6.646425</c:v>
                </c:pt>
                <c:pt idx="2177">
                  <c:v>6.936641</c:v>
                </c:pt>
                <c:pt idx="2178">
                  <c:v>7.639389</c:v>
                </c:pt>
                <c:pt idx="2179">
                  <c:v>7.095413</c:v>
                </c:pt>
                <c:pt idx="2180">
                  <c:v>6.538738</c:v>
                </c:pt>
                <c:pt idx="2181">
                  <c:v>6.070751</c:v>
                </c:pt>
                <c:pt idx="2182">
                  <c:v>9.757648</c:v>
                </c:pt>
                <c:pt idx="2183">
                  <c:v>8.324398</c:v>
                </c:pt>
                <c:pt idx="2184">
                  <c:v>7.660886</c:v>
                </c:pt>
                <c:pt idx="2185">
                  <c:v>6.639361</c:v>
                </c:pt>
                <c:pt idx="2186">
                  <c:v>6.488752</c:v>
                </c:pt>
                <c:pt idx="2187">
                  <c:v>6.711147</c:v>
                </c:pt>
                <c:pt idx="2188">
                  <c:v>5.728137</c:v>
                </c:pt>
                <c:pt idx="2189">
                  <c:v>6.780613</c:v>
                </c:pt>
                <c:pt idx="2190">
                  <c:v>5.439474</c:v>
                </c:pt>
                <c:pt idx="2191">
                  <c:v>5.931923</c:v>
                </c:pt>
                <c:pt idx="2192">
                  <c:v>5.555617</c:v>
                </c:pt>
                <c:pt idx="2193">
                  <c:v>5.447749</c:v>
                </c:pt>
                <c:pt idx="2194">
                  <c:v>6.440128</c:v>
                </c:pt>
                <c:pt idx="2195">
                  <c:v>6.239084</c:v>
                </c:pt>
                <c:pt idx="2196">
                  <c:v>5.079131</c:v>
                </c:pt>
                <c:pt idx="2197">
                  <c:v>6.256296</c:v>
                </c:pt>
                <c:pt idx="2198">
                  <c:v>5.94643</c:v>
                </c:pt>
                <c:pt idx="2199">
                  <c:v>6.231407</c:v>
                </c:pt>
                <c:pt idx="2200">
                  <c:v>7.915148</c:v>
                </c:pt>
                <c:pt idx="2201">
                  <c:v>7.779734</c:v>
                </c:pt>
                <c:pt idx="2202">
                  <c:v>7.521519</c:v>
                </c:pt>
                <c:pt idx="2203">
                  <c:v>8.89598</c:v>
                </c:pt>
                <c:pt idx="2204">
                  <c:v>9.698332</c:v>
                </c:pt>
                <c:pt idx="2205">
                  <c:v>10.692866</c:v>
                </c:pt>
                <c:pt idx="2206">
                  <c:v>13.535151</c:v>
                </c:pt>
                <c:pt idx="2207">
                  <c:v>8.606378</c:v>
                </c:pt>
                <c:pt idx="2208">
                  <c:v>9.353713</c:v>
                </c:pt>
                <c:pt idx="2209">
                  <c:v>8.497629</c:v>
                </c:pt>
                <c:pt idx="2210">
                  <c:v>9.026732</c:v>
                </c:pt>
                <c:pt idx="2211">
                  <c:v>9.773528</c:v>
                </c:pt>
                <c:pt idx="2212">
                  <c:v>10.306205</c:v>
                </c:pt>
                <c:pt idx="2213">
                  <c:v>11.742589</c:v>
                </c:pt>
                <c:pt idx="2214">
                  <c:v>11.915071</c:v>
                </c:pt>
                <c:pt idx="2215">
                  <c:v>12.046457</c:v>
                </c:pt>
                <c:pt idx="2216">
                  <c:v>14.169453</c:v>
                </c:pt>
                <c:pt idx="2217">
                  <c:v>10.406017</c:v>
                </c:pt>
                <c:pt idx="2218">
                  <c:v>14.61238</c:v>
                </c:pt>
                <c:pt idx="2219">
                  <c:v>12.285535</c:v>
                </c:pt>
                <c:pt idx="2220">
                  <c:v>13.017162</c:v>
                </c:pt>
                <c:pt idx="2221">
                  <c:v>13.919509</c:v>
                </c:pt>
                <c:pt idx="2222">
                  <c:v>12.349707</c:v>
                </c:pt>
                <c:pt idx="2223">
                  <c:v>15.625433</c:v>
                </c:pt>
                <c:pt idx="2224">
                  <c:v>15.560106</c:v>
                </c:pt>
                <c:pt idx="2225">
                  <c:v>16.842017</c:v>
                </c:pt>
                <c:pt idx="2226">
                  <c:v>12.903196</c:v>
                </c:pt>
                <c:pt idx="2227">
                  <c:v>13.33725</c:v>
                </c:pt>
                <c:pt idx="2228">
                  <c:v>10.299097</c:v>
                </c:pt>
                <c:pt idx="2229">
                  <c:v>12.741805</c:v>
                </c:pt>
                <c:pt idx="2230">
                  <c:v>12.084635</c:v>
                </c:pt>
                <c:pt idx="2231">
                  <c:v>10.632509</c:v>
                </c:pt>
                <c:pt idx="2232">
                  <c:v>12.367238</c:v>
                </c:pt>
                <c:pt idx="2233">
                  <c:v>11.540989</c:v>
                </c:pt>
                <c:pt idx="2234">
                  <c:v>11.280337</c:v>
                </c:pt>
                <c:pt idx="2235">
                  <c:v>13.417461</c:v>
                </c:pt>
                <c:pt idx="2236">
                  <c:v>12.039068</c:v>
                </c:pt>
                <c:pt idx="2237">
                  <c:v>11.291599</c:v>
                </c:pt>
                <c:pt idx="2238">
                  <c:v>15.068257</c:v>
                </c:pt>
                <c:pt idx="2239">
                  <c:v>11.459025</c:v>
                </c:pt>
                <c:pt idx="2240">
                  <c:v>14.032505</c:v>
                </c:pt>
                <c:pt idx="2241">
                  <c:v>10.928268</c:v>
                </c:pt>
                <c:pt idx="2242">
                  <c:v>15.569619</c:v>
                </c:pt>
                <c:pt idx="2243">
                  <c:v>11.639515</c:v>
                </c:pt>
                <c:pt idx="2244">
                  <c:v>11.773863</c:v>
                </c:pt>
                <c:pt idx="2245">
                  <c:v>12.1813</c:v>
                </c:pt>
                <c:pt idx="2246">
                  <c:v>12.096218</c:v>
                </c:pt>
                <c:pt idx="2247">
                  <c:v>12.368375</c:v>
                </c:pt>
                <c:pt idx="2248">
                  <c:v>11.821656</c:v>
                </c:pt>
                <c:pt idx="2249">
                  <c:v>11.789116</c:v>
                </c:pt>
                <c:pt idx="2250">
                  <c:v>13.702108</c:v>
                </c:pt>
                <c:pt idx="2251">
                  <c:v>12.493641</c:v>
                </c:pt>
                <c:pt idx="2252">
                  <c:v>13.182358</c:v>
                </c:pt>
                <c:pt idx="2253">
                  <c:v>14.717331</c:v>
                </c:pt>
                <c:pt idx="2254">
                  <c:v>11.912739</c:v>
                </c:pt>
                <c:pt idx="2255">
                  <c:v>9.774233</c:v>
                </c:pt>
                <c:pt idx="2256">
                  <c:v>12.06877</c:v>
                </c:pt>
                <c:pt idx="2257">
                  <c:v>10.830185</c:v>
                </c:pt>
                <c:pt idx="2258">
                  <c:v>11.098367</c:v>
                </c:pt>
                <c:pt idx="2259">
                  <c:v>13.145448</c:v>
                </c:pt>
                <c:pt idx="2260">
                  <c:v>15.134967</c:v>
                </c:pt>
                <c:pt idx="2261">
                  <c:v>12.927595</c:v>
                </c:pt>
                <c:pt idx="2262">
                  <c:v>13.916386</c:v>
                </c:pt>
                <c:pt idx="2263">
                  <c:v>10.964312</c:v>
                </c:pt>
                <c:pt idx="2264">
                  <c:v>12.566789</c:v>
                </c:pt>
                <c:pt idx="2265">
                  <c:v>13.551844</c:v>
                </c:pt>
                <c:pt idx="2266">
                  <c:v>11.673144</c:v>
                </c:pt>
                <c:pt idx="2267">
                  <c:v>11.522968</c:v>
                </c:pt>
                <c:pt idx="2268">
                  <c:v>11.721636</c:v>
                </c:pt>
                <c:pt idx="2269">
                  <c:v>12.624253</c:v>
                </c:pt>
                <c:pt idx="2270">
                  <c:v>12.971546</c:v>
                </c:pt>
                <c:pt idx="2271">
                  <c:v>13.847509</c:v>
                </c:pt>
                <c:pt idx="2272">
                  <c:v>13.366493</c:v>
                </c:pt>
                <c:pt idx="2273">
                  <c:v>12.001384</c:v>
                </c:pt>
                <c:pt idx="2274">
                  <c:v>14.403202</c:v>
                </c:pt>
                <c:pt idx="2275">
                  <c:v>14.134679</c:v>
                </c:pt>
                <c:pt idx="2276">
                  <c:v>16.361553</c:v>
                </c:pt>
                <c:pt idx="2277">
                  <c:v>14.027191</c:v>
                </c:pt>
                <c:pt idx="2278">
                  <c:v>13.928359</c:v>
                </c:pt>
                <c:pt idx="2279">
                  <c:v>13.388459</c:v>
                </c:pt>
                <c:pt idx="2280">
                  <c:v>14.854308</c:v>
                </c:pt>
                <c:pt idx="2281">
                  <c:v>14.827254</c:v>
                </c:pt>
                <c:pt idx="2282">
                  <c:v>12.860813</c:v>
                </c:pt>
                <c:pt idx="2283">
                  <c:v>14.347988</c:v>
                </c:pt>
                <c:pt idx="2284">
                  <c:v>16.604232</c:v>
                </c:pt>
                <c:pt idx="2285">
                  <c:v>17.272125</c:v>
                </c:pt>
                <c:pt idx="2286">
                  <c:v>16.61422</c:v>
                </c:pt>
                <c:pt idx="2287">
                  <c:v>14.821266</c:v>
                </c:pt>
                <c:pt idx="2288">
                  <c:v>13.64169</c:v>
                </c:pt>
                <c:pt idx="2289">
                  <c:v>14.561141</c:v>
                </c:pt>
                <c:pt idx="2290">
                  <c:v>13.960898</c:v>
                </c:pt>
                <c:pt idx="2291">
                  <c:v>12.729085</c:v>
                </c:pt>
                <c:pt idx="2292">
                  <c:v>13.259031</c:v>
                </c:pt>
                <c:pt idx="2293">
                  <c:v>12.225752</c:v>
                </c:pt>
                <c:pt idx="2294">
                  <c:v>12.569748</c:v>
                </c:pt>
                <c:pt idx="2295">
                  <c:v>11.875519</c:v>
                </c:pt>
                <c:pt idx="2296">
                  <c:v>11.73509</c:v>
                </c:pt>
                <c:pt idx="2297">
                  <c:v>12.812432</c:v>
                </c:pt>
                <c:pt idx="2298">
                  <c:v>11.825597</c:v>
                </c:pt>
                <c:pt idx="2299">
                  <c:v>12.114176</c:v>
                </c:pt>
                <c:pt idx="2300">
                  <c:v>9.763716</c:v>
                </c:pt>
                <c:pt idx="2301">
                  <c:v>10.095546</c:v>
                </c:pt>
                <c:pt idx="2302">
                  <c:v>12.453486</c:v>
                </c:pt>
                <c:pt idx="2303">
                  <c:v>13.260784</c:v>
                </c:pt>
                <c:pt idx="2304">
                  <c:v>9.192048</c:v>
                </c:pt>
                <c:pt idx="2305">
                  <c:v>9.664836</c:v>
                </c:pt>
                <c:pt idx="2306">
                  <c:v>9.050355</c:v>
                </c:pt>
                <c:pt idx="2307">
                  <c:v>8.811592</c:v>
                </c:pt>
                <c:pt idx="2308">
                  <c:v>8.679988</c:v>
                </c:pt>
                <c:pt idx="2309">
                  <c:v>8.444874</c:v>
                </c:pt>
                <c:pt idx="2310">
                  <c:v>8.338499</c:v>
                </c:pt>
                <c:pt idx="2311">
                  <c:v>7.295634</c:v>
                </c:pt>
                <c:pt idx="2312">
                  <c:v>7.536724</c:v>
                </c:pt>
                <c:pt idx="2313">
                  <c:v>7.283747</c:v>
                </c:pt>
                <c:pt idx="2314">
                  <c:v>7.329241</c:v>
                </c:pt>
                <c:pt idx="2315">
                  <c:v>7.493338</c:v>
                </c:pt>
                <c:pt idx="2316">
                  <c:v>6.734312</c:v>
                </c:pt>
                <c:pt idx="2317">
                  <c:v>6.692676</c:v>
                </c:pt>
                <c:pt idx="2318">
                  <c:v>7.290934</c:v>
                </c:pt>
                <c:pt idx="2319">
                  <c:v>5.850475</c:v>
                </c:pt>
                <c:pt idx="2320">
                  <c:v>6.269542</c:v>
                </c:pt>
                <c:pt idx="2321">
                  <c:v>6.554472</c:v>
                </c:pt>
                <c:pt idx="2322">
                  <c:v>6.049475</c:v>
                </c:pt>
                <c:pt idx="2323">
                  <c:v>6.021683</c:v>
                </c:pt>
                <c:pt idx="2324">
                  <c:v>6.448135</c:v>
                </c:pt>
                <c:pt idx="2325">
                  <c:v>6.564742</c:v>
                </c:pt>
                <c:pt idx="2326">
                  <c:v>6.448844</c:v>
                </c:pt>
                <c:pt idx="2327">
                  <c:v>5.671381</c:v>
                </c:pt>
                <c:pt idx="2328">
                  <c:v>6.11704</c:v>
                </c:pt>
                <c:pt idx="2329">
                  <c:v>5.737784</c:v>
                </c:pt>
                <c:pt idx="2330">
                  <c:v>5.715221</c:v>
                </c:pt>
                <c:pt idx="2331">
                  <c:v>7.393551</c:v>
                </c:pt>
                <c:pt idx="2332">
                  <c:v>7.349674</c:v>
                </c:pt>
                <c:pt idx="2333">
                  <c:v>5.564959</c:v>
                </c:pt>
                <c:pt idx="2334">
                  <c:v>5.756772</c:v>
                </c:pt>
                <c:pt idx="2335">
                  <c:v>5.80186</c:v>
                </c:pt>
                <c:pt idx="2336">
                  <c:v>4.620449</c:v>
                </c:pt>
                <c:pt idx="2337">
                  <c:v>5.345893</c:v>
                </c:pt>
                <c:pt idx="2338">
                  <c:v>4.993938</c:v>
                </c:pt>
                <c:pt idx="2339">
                  <c:v>4.786381</c:v>
                </c:pt>
                <c:pt idx="2340">
                  <c:v>6.310016</c:v>
                </c:pt>
                <c:pt idx="2341">
                  <c:v>6.016946</c:v>
                </c:pt>
                <c:pt idx="2342">
                  <c:v>5.50633</c:v>
                </c:pt>
                <c:pt idx="2343">
                  <c:v>6.042459</c:v>
                </c:pt>
                <c:pt idx="2344">
                  <c:v>5.555959</c:v>
                </c:pt>
                <c:pt idx="2345">
                  <c:v>6.22351</c:v>
                </c:pt>
                <c:pt idx="2346">
                  <c:v>10.762036</c:v>
                </c:pt>
                <c:pt idx="2347">
                  <c:v>7.025349</c:v>
                </c:pt>
                <c:pt idx="2348">
                  <c:v>6.475201</c:v>
                </c:pt>
                <c:pt idx="2349">
                  <c:v>5.816158</c:v>
                </c:pt>
                <c:pt idx="2350">
                  <c:v>6.304911</c:v>
                </c:pt>
                <c:pt idx="2351">
                  <c:v>6.282225</c:v>
                </c:pt>
                <c:pt idx="2352">
                  <c:v>8.014005</c:v>
                </c:pt>
                <c:pt idx="2353">
                  <c:v>8.056815</c:v>
                </c:pt>
                <c:pt idx="2354">
                  <c:v>9.102385</c:v>
                </c:pt>
                <c:pt idx="2355">
                  <c:v>8.263246</c:v>
                </c:pt>
                <c:pt idx="2356">
                  <c:v>8.29035</c:v>
                </c:pt>
                <c:pt idx="2357">
                  <c:v>10.034591</c:v>
                </c:pt>
                <c:pt idx="2358">
                  <c:v>14.68402</c:v>
                </c:pt>
                <c:pt idx="2359">
                  <c:v>13.501249</c:v>
                </c:pt>
                <c:pt idx="2360">
                  <c:v>10.750183</c:v>
                </c:pt>
                <c:pt idx="2361">
                  <c:v>11.813909</c:v>
                </c:pt>
                <c:pt idx="2362">
                  <c:v>14.526375</c:v>
                </c:pt>
                <c:pt idx="2363">
                  <c:v>11.08523</c:v>
                </c:pt>
                <c:pt idx="2364">
                  <c:v>10.527248</c:v>
                </c:pt>
                <c:pt idx="2365">
                  <c:v>13.487219</c:v>
                </c:pt>
                <c:pt idx="2366">
                  <c:v>12.958299</c:v>
                </c:pt>
                <c:pt idx="2367">
                  <c:v>13.23674</c:v>
                </c:pt>
                <c:pt idx="2368">
                  <c:v>12.857313</c:v>
                </c:pt>
                <c:pt idx="2369">
                  <c:v>13.328362</c:v>
                </c:pt>
                <c:pt idx="2370">
                  <c:v>15.150391</c:v>
                </c:pt>
                <c:pt idx="2371">
                  <c:v>14.177036</c:v>
                </c:pt>
                <c:pt idx="2372">
                  <c:v>16.860489</c:v>
                </c:pt>
                <c:pt idx="2373">
                  <c:v>17.183674</c:v>
                </c:pt>
                <c:pt idx="2374">
                  <c:v>13.833099</c:v>
                </c:pt>
                <c:pt idx="2375">
                  <c:v>13.682323</c:v>
                </c:pt>
                <c:pt idx="2376">
                  <c:v>14.96329</c:v>
                </c:pt>
                <c:pt idx="2377">
                  <c:v>14.344439</c:v>
                </c:pt>
                <c:pt idx="2378">
                  <c:v>12.367664</c:v>
                </c:pt>
                <c:pt idx="2379">
                  <c:v>13.607731</c:v>
                </c:pt>
                <c:pt idx="2380">
                  <c:v>13.049297</c:v>
                </c:pt>
                <c:pt idx="2381">
                  <c:v>14.343532</c:v>
                </c:pt>
                <c:pt idx="2382">
                  <c:v>14.015106</c:v>
                </c:pt>
                <c:pt idx="2383">
                  <c:v>15.625123</c:v>
                </c:pt>
                <c:pt idx="2384">
                  <c:v>13.376705</c:v>
                </c:pt>
                <c:pt idx="2385">
                  <c:v>16.994506</c:v>
                </c:pt>
                <c:pt idx="2386">
                  <c:v>16.725187</c:v>
                </c:pt>
                <c:pt idx="2387">
                  <c:v>17.575615</c:v>
                </c:pt>
                <c:pt idx="2388">
                  <c:v>17.402802</c:v>
                </c:pt>
                <c:pt idx="2389">
                  <c:v>17.093523</c:v>
                </c:pt>
                <c:pt idx="2390">
                  <c:v>28.134735</c:v>
                </c:pt>
                <c:pt idx="2391">
                  <c:v>18.136642</c:v>
                </c:pt>
                <c:pt idx="2392">
                  <c:v>15.991709</c:v>
                </c:pt>
                <c:pt idx="2393">
                  <c:v>15.19434</c:v>
                </c:pt>
                <c:pt idx="2394">
                  <c:v>15.251634</c:v>
                </c:pt>
                <c:pt idx="2395">
                  <c:v>15.222022</c:v>
                </c:pt>
                <c:pt idx="2396">
                  <c:v>15.032766</c:v>
                </c:pt>
                <c:pt idx="2397">
                  <c:v>13.268126</c:v>
                </c:pt>
                <c:pt idx="2398">
                  <c:v>12.802109</c:v>
                </c:pt>
                <c:pt idx="2399">
                  <c:v>12.70886</c:v>
                </c:pt>
                <c:pt idx="2400">
                  <c:v>17.302402</c:v>
                </c:pt>
                <c:pt idx="2401">
                  <c:v>11.978213</c:v>
                </c:pt>
                <c:pt idx="2402">
                  <c:v>10.785257</c:v>
                </c:pt>
                <c:pt idx="2403">
                  <c:v>12.790713</c:v>
                </c:pt>
                <c:pt idx="2404">
                  <c:v>12.746469</c:v>
                </c:pt>
                <c:pt idx="2405">
                  <c:v>13.727583</c:v>
                </c:pt>
                <c:pt idx="2406">
                  <c:v>14.734274</c:v>
                </c:pt>
                <c:pt idx="2407">
                  <c:v>11.400458</c:v>
                </c:pt>
                <c:pt idx="2408">
                  <c:v>11.574398</c:v>
                </c:pt>
                <c:pt idx="2409">
                  <c:v>19.728263</c:v>
                </c:pt>
                <c:pt idx="2410">
                  <c:v>11.337043</c:v>
                </c:pt>
                <c:pt idx="2411">
                  <c:v>12.168569</c:v>
                </c:pt>
                <c:pt idx="2412">
                  <c:v>14.867064</c:v>
                </c:pt>
                <c:pt idx="2413">
                  <c:v>15.632763</c:v>
                </c:pt>
                <c:pt idx="2414">
                  <c:v>15.114506</c:v>
                </c:pt>
                <c:pt idx="2415">
                  <c:v>13.732576</c:v>
                </c:pt>
                <c:pt idx="2416">
                  <c:v>13.649245</c:v>
                </c:pt>
                <c:pt idx="2417">
                  <c:v>13.131858</c:v>
                </c:pt>
                <c:pt idx="2418">
                  <c:v>14.927629</c:v>
                </c:pt>
                <c:pt idx="2419">
                  <c:v>13.819684</c:v>
                </c:pt>
                <c:pt idx="2420">
                  <c:v>14.035308</c:v>
                </c:pt>
                <c:pt idx="2421">
                  <c:v>11.882562</c:v>
                </c:pt>
                <c:pt idx="2422">
                  <c:v>13.568079</c:v>
                </c:pt>
                <c:pt idx="2423">
                  <c:v>13.572278</c:v>
                </c:pt>
                <c:pt idx="2424">
                  <c:v>13.342574</c:v>
                </c:pt>
                <c:pt idx="2425">
                  <c:v>13.539173</c:v>
                </c:pt>
                <c:pt idx="2426">
                  <c:v>13.929399</c:v>
                </c:pt>
                <c:pt idx="2427">
                  <c:v>13.612592</c:v>
                </c:pt>
                <c:pt idx="2428">
                  <c:v>14.037597</c:v>
                </c:pt>
                <c:pt idx="2429">
                  <c:v>13.051158</c:v>
                </c:pt>
                <c:pt idx="2430">
                  <c:v>14.219189</c:v>
                </c:pt>
                <c:pt idx="2431">
                  <c:v>16.335036</c:v>
                </c:pt>
                <c:pt idx="2432">
                  <c:v>13.53156</c:v>
                </c:pt>
                <c:pt idx="2433">
                  <c:v>13.958268</c:v>
                </c:pt>
                <c:pt idx="2434">
                  <c:v>13.587863</c:v>
                </c:pt>
                <c:pt idx="2435">
                  <c:v>12.513876</c:v>
                </c:pt>
                <c:pt idx="2436">
                  <c:v>14.720172</c:v>
                </c:pt>
                <c:pt idx="2437">
                  <c:v>12.903259</c:v>
                </c:pt>
                <c:pt idx="2438">
                  <c:v>15.329804</c:v>
                </c:pt>
                <c:pt idx="2439">
                  <c:v>12.533857</c:v>
                </c:pt>
                <c:pt idx="2440">
                  <c:v>13.792507</c:v>
                </c:pt>
                <c:pt idx="2441">
                  <c:v>13.692768</c:v>
                </c:pt>
                <c:pt idx="2442">
                  <c:v>12.310582</c:v>
                </c:pt>
                <c:pt idx="2443">
                  <c:v>14.305708</c:v>
                </c:pt>
                <c:pt idx="2444">
                  <c:v>12.160491</c:v>
                </c:pt>
                <c:pt idx="2445">
                  <c:v>17.330441</c:v>
                </c:pt>
                <c:pt idx="2446">
                  <c:v>9.523425</c:v>
                </c:pt>
                <c:pt idx="2447">
                  <c:v>8.436401</c:v>
                </c:pt>
                <c:pt idx="2448">
                  <c:v>7.949597</c:v>
                </c:pt>
                <c:pt idx="2449">
                  <c:v>8.731797</c:v>
                </c:pt>
                <c:pt idx="2450">
                  <c:v>7.775181</c:v>
                </c:pt>
                <c:pt idx="2451">
                  <c:v>7.156144</c:v>
                </c:pt>
                <c:pt idx="2452">
                  <c:v>7.228143</c:v>
                </c:pt>
                <c:pt idx="2453">
                  <c:v>7.657518</c:v>
                </c:pt>
                <c:pt idx="2454">
                  <c:v>6.924802</c:v>
                </c:pt>
                <c:pt idx="2455">
                  <c:v>7.59741</c:v>
                </c:pt>
                <c:pt idx="2456">
                  <c:v>7.563816</c:v>
                </c:pt>
                <c:pt idx="2457">
                  <c:v>7.448958</c:v>
                </c:pt>
                <c:pt idx="2458">
                  <c:v>7.106553</c:v>
                </c:pt>
                <c:pt idx="2459">
                  <c:v>6.453972</c:v>
                </c:pt>
                <c:pt idx="2460">
                  <c:v>6.27499</c:v>
                </c:pt>
                <c:pt idx="2461">
                  <c:v>6.453129</c:v>
                </c:pt>
                <c:pt idx="2462">
                  <c:v>5.913815</c:v>
                </c:pt>
                <c:pt idx="2463">
                  <c:v>7.268702</c:v>
                </c:pt>
                <c:pt idx="2464">
                  <c:v>6.406669</c:v>
                </c:pt>
                <c:pt idx="2465">
                  <c:v>5.286811</c:v>
                </c:pt>
                <c:pt idx="2466">
                  <c:v>5.968699</c:v>
                </c:pt>
                <c:pt idx="2467">
                  <c:v>5.529651</c:v>
                </c:pt>
                <c:pt idx="2468">
                  <c:v>5.223445</c:v>
                </c:pt>
                <c:pt idx="2469">
                  <c:v>5.280201</c:v>
                </c:pt>
                <c:pt idx="2470">
                  <c:v>5.727941</c:v>
                </c:pt>
                <c:pt idx="2471">
                  <c:v>4.792649</c:v>
                </c:pt>
                <c:pt idx="2472">
                  <c:v>5.648157</c:v>
                </c:pt>
                <c:pt idx="2473">
                  <c:v>6.116416</c:v>
                </c:pt>
                <c:pt idx="2474">
                  <c:v>5.582379</c:v>
                </c:pt>
                <c:pt idx="2475">
                  <c:v>5.298698</c:v>
                </c:pt>
                <c:pt idx="2476">
                  <c:v>5.655515</c:v>
                </c:pt>
                <c:pt idx="2477">
                  <c:v>5.629463</c:v>
                </c:pt>
                <c:pt idx="2478">
                  <c:v>6.153816</c:v>
                </c:pt>
                <c:pt idx="2479">
                  <c:v>5.810466</c:v>
                </c:pt>
                <c:pt idx="2480">
                  <c:v>5.747062</c:v>
                </c:pt>
                <c:pt idx="2481">
                  <c:v>5.308259</c:v>
                </c:pt>
                <c:pt idx="2482">
                  <c:v>6.256467</c:v>
                </c:pt>
                <c:pt idx="2483">
                  <c:v>6.814608</c:v>
                </c:pt>
                <c:pt idx="2484">
                  <c:v>5.600252</c:v>
                </c:pt>
                <c:pt idx="2485">
                  <c:v>6.359682</c:v>
                </c:pt>
                <c:pt idx="2486">
                  <c:v>6.52483</c:v>
                </c:pt>
                <c:pt idx="2487">
                  <c:v>6.832028</c:v>
                </c:pt>
                <c:pt idx="2488">
                  <c:v>7.940181</c:v>
                </c:pt>
                <c:pt idx="2489">
                  <c:v>8.5231</c:v>
                </c:pt>
                <c:pt idx="2490">
                  <c:v>10.680327</c:v>
                </c:pt>
                <c:pt idx="2491">
                  <c:v>8.932229</c:v>
                </c:pt>
                <c:pt idx="2492">
                  <c:v>8.965136</c:v>
                </c:pt>
                <c:pt idx="2493">
                  <c:v>9.31364</c:v>
                </c:pt>
                <c:pt idx="2494">
                  <c:v>8.58047</c:v>
                </c:pt>
                <c:pt idx="2495">
                  <c:v>8.997136</c:v>
                </c:pt>
                <c:pt idx="2496">
                  <c:v>9.682135</c:v>
                </c:pt>
                <c:pt idx="2497">
                  <c:v>12.278065</c:v>
                </c:pt>
                <c:pt idx="2498">
                  <c:v>9.225261</c:v>
                </c:pt>
                <c:pt idx="2499">
                  <c:v>8.89964</c:v>
                </c:pt>
                <c:pt idx="2500">
                  <c:v>8.936037</c:v>
                </c:pt>
                <c:pt idx="2501">
                  <c:v>7.516915</c:v>
                </c:pt>
                <c:pt idx="2502">
                  <c:v>8.426142</c:v>
                </c:pt>
                <c:pt idx="2503">
                  <c:v>7.588876</c:v>
                </c:pt>
                <c:pt idx="2504">
                  <c:v>10.576893</c:v>
                </c:pt>
                <c:pt idx="2505">
                  <c:v>8.903594</c:v>
                </c:pt>
                <c:pt idx="2506">
                  <c:v>8.717719</c:v>
                </c:pt>
                <c:pt idx="2507">
                  <c:v>9.138084</c:v>
                </c:pt>
                <c:pt idx="2508">
                  <c:v>7.120921</c:v>
                </c:pt>
                <c:pt idx="2509">
                  <c:v>9.598814</c:v>
                </c:pt>
                <c:pt idx="2510">
                  <c:v>9.403021</c:v>
                </c:pt>
                <c:pt idx="2511">
                  <c:v>8.628679</c:v>
                </c:pt>
                <c:pt idx="2512">
                  <c:v>8.57682</c:v>
                </c:pt>
                <c:pt idx="2513">
                  <c:v>8.197148</c:v>
                </c:pt>
                <c:pt idx="2514">
                  <c:v>8.649492</c:v>
                </c:pt>
                <c:pt idx="2515">
                  <c:v>8.535404</c:v>
                </c:pt>
                <c:pt idx="2516">
                  <c:v>8.192116</c:v>
                </c:pt>
                <c:pt idx="2517">
                  <c:v>7.304742</c:v>
                </c:pt>
                <c:pt idx="2518">
                  <c:v>8.298576</c:v>
                </c:pt>
                <c:pt idx="2519">
                  <c:v>7.967322</c:v>
                </c:pt>
                <c:pt idx="2520">
                  <c:v>8.864198</c:v>
                </c:pt>
                <c:pt idx="2521">
                  <c:v>7.918658</c:v>
                </c:pt>
                <c:pt idx="2522">
                  <c:v>6.684567</c:v>
                </c:pt>
                <c:pt idx="2523">
                  <c:v>8.328374</c:v>
                </c:pt>
                <c:pt idx="2524">
                  <c:v>7.527905</c:v>
                </c:pt>
                <c:pt idx="2525">
                  <c:v>8.442703</c:v>
                </c:pt>
                <c:pt idx="2526">
                  <c:v>8.128185</c:v>
                </c:pt>
                <c:pt idx="2527">
                  <c:v>9.093898</c:v>
                </c:pt>
                <c:pt idx="2528">
                  <c:v>9.622584</c:v>
                </c:pt>
                <c:pt idx="2529">
                  <c:v>10.10426</c:v>
                </c:pt>
                <c:pt idx="2530">
                  <c:v>8.98613</c:v>
                </c:pt>
                <c:pt idx="2531">
                  <c:v>7.644438</c:v>
                </c:pt>
                <c:pt idx="2532">
                  <c:v>8.932949</c:v>
                </c:pt>
                <c:pt idx="2533">
                  <c:v>9.087228</c:v>
                </c:pt>
                <c:pt idx="2534">
                  <c:v>9.16531</c:v>
                </c:pt>
                <c:pt idx="2535">
                  <c:v>9.370748</c:v>
                </c:pt>
                <c:pt idx="2536">
                  <c:v>9.785655</c:v>
                </c:pt>
                <c:pt idx="2537">
                  <c:v>14.256406</c:v>
                </c:pt>
                <c:pt idx="2538">
                  <c:v>11.273395</c:v>
                </c:pt>
                <c:pt idx="2539">
                  <c:v>9.752944</c:v>
                </c:pt>
                <c:pt idx="2540">
                  <c:v>9.81614</c:v>
                </c:pt>
                <c:pt idx="2541">
                  <c:v>10.935775</c:v>
                </c:pt>
                <c:pt idx="2542">
                  <c:v>10.243899</c:v>
                </c:pt>
                <c:pt idx="2543">
                  <c:v>9.510777</c:v>
                </c:pt>
                <c:pt idx="2544">
                  <c:v>9.880302</c:v>
                </c:pt>
                <c:pt idx="2545">
                  <c:v>10.601915</c:v>
                </c:pt>
                <c:pt idx="2546">
                  <c:v>9.213374</c:v>
                </c:pt>
                <c:pt idx="2547">
                  <c:v>10.402474</c:v>
                </c:pt>
                <c:pt idx="2548">
                  <c:v>10.193802</c:v>
                </c:pt>
                <c:pt idx="2549">
                  <c:v>10.616973</c:v>
                </c:pt>
                <c:pt idx="2550">
                  <c:v>10.807366</c:v>
                </c:pt>
                <c:pt idx="2551">
                  <c:v>11.505681</c:v>
                </c:pt>
                <c:pt idx="2552">
                  <c:v>11.904635</c:v>
                </c:pt>
                <c:pt idx="2553">
                  <c:v>12.617042</c:v>
                </c:pt>
                <c:pt idx="2554">
                  <c:v>11.528206</c:v>
                </c:pt>
                <c:pt idx="2555">
                  <c:v>18.084064</c:v>
                </c:pt>
                <c:pt idx="2556">
                  <c:v>10.757513</c:v>
                </c:pt>
                <c:pt idx="2557">
                  <c:v>13.166368</c:v>
                </c:pt>
                <c:pt idx="2558">
                  <c:v>14.869722</c:v>
                </c:pt>
                <c:pt idx="2559">
                  <c:v>13.372101</c:v>
                </c:pt>
                <c:pt idx="2560">
                  <c:v>13.736349</c:v>
                </c:pt>
                <c:pt idx="2561">
                  <c:v>13.536822</c:v>
                </c:pt>
                <c:pt idx="2562">
                  <c:v>12.36758</c:v>
                </c:pt>
                <c:pt idx="2563">
                  <c:v>15.126923</c:v>
                </c:pt>
                <c:pt idx="2564">
                  <c:v>13.473235</c:v>
                </c:pt>
                <c:pt idx="2565">
                  <c:v>13.983851</c:v>
                </c:pt>
                <c:pt idx="2566">
                  <c:v>14.813125</c:v>
                </c:pt>
                <c:pt idx="2567">
                  <c:v>13.508689</c:v>
                </c:pt>
                <c:pt idx="2568">
                  <c:v>13.371722</c:v>
                </c:pt>
                <c:pt idx="2569">
                  <c:v>14.343361</c:v>
                </c:pt>
                <c:pt idx="2570">
                  <c:v>14.310331</c:v>
                </c:pt>
                <c:pt idx="2571">
                  <c:v>15.318404</c:v>
                </c:pt>
                <c:pt idx="2572">
                  <c:v>14.76729</c:v>
                </c:pt>
                <c:pt idx="2573">
                  <c:v>17.973086</c:v>
                </c:pt>
                <c:pt idx="2574">
                  <c:v>14.666609</c:v>
                </c:pt>
                <c:pt idx="2575">
                  <c:v>19.362961</c:v>
                </c:pt>
                <c:pt idx="2576">
                  <c:v>14.258803</c:v>
                </c:pt>
                <c:pt idx="2577">
                  <c:v>16.048773</c:v>
                </c:pt>
                <c:pt idx="2578">
                  <c:v>26.455586</c:v>
                </c:pt>
                <c:pt idx="2579">
                  <c:v>16.36509</c:v>
                </c:pt>
                <c:pt idx="2580">
                  <c:v>13.561566</c:v>
                </c:pt>
                <c:pt idx="2581">
                  <c:v>12.886069</c:v>
                </c:pt>
                <c:pt idx="2582">
                  <c:v>11.681727</c:v>
                </c:pt>
                <c:pt idx="2583">
                  <c:v>13.498995</c:v>
                </c:pt>
                <c:pt idx="2584">
                  <c:v>11.824142</c:v>
                </c:pt>
                <c:pt idx="2585">
                  <c:v>12.04049</c:v>
                </c:pt>
                <c:pt idx="2586">
                  <c:v>12.299757</c:v>
                </c:pt>
                <c:pt idx="2587">
                  <c:v>11.18366</c:v>
                </c:pt>
                <c:pt idx="2588">
                  <c:v>12.356956</c:v>
                </c:pt>
                <c:pt idx="2589">
                  <c:v>12.394308</c:v>
                </c:pt>
                <c:pt idx="2590">
                  <c:v>11.522469</c:v>
                </c:pt>
                <c:pt idx="2591">
                  <c:v>15.787242</c:v>
                </c:pt>
                <c:pt idx="2592">
                  <c:v>10.213834</c:v>
                </c:pt>
                <c:pt idx="2593">
                  <c:v>9.740127</c:v>
                </c:pt>
                <c:pt idx="2594">
                  <c:v>9.547018</c:v>
                </c:pt>
                <c:pt idx="2595">
                  <c:v>8.652958</c:v>
                </c:pt>
                <c:pt idx="2596">
                  <c:v>8.426695</c:v>
                </c:pt>
                <c:pt idx="2597">
                  <c:v>10.319119</c:v>
                </c:pt>
                <c:pt idx="2598">
                  <c:v>8.989794</c:v>
                </c:pt>
                <c:pt idx="2599">
                  <c:v>9.129908</c:v>
                </c:pt>
                <c:pt idx="2600">
                  <c:v>6.965313</c:v>
                </c:pt>
                <c:pt idx="2601">
                  <c:v>7.071441</c:v>
                </c:pt>
                <c:pt idx="2602">
                  <c:v>7.136595</c:v>
                </c:pt>
                <c:pt idx="2603">
                  <c:v>6.2056</c:v>
                </c:pt>
                <c:pt idx="2604">
                  <c:v>6.809614</c:v>
                </c:pt>
                <c:pt idx="2605">
                  <c:v>6.588136</c:v>
                </c:pt>
                <c:pt idx="2606">
                  <c:v>6.264314</c:v>
                </c:pt>
                <c:pt idx="2607">
                  <c:v>5.818693</c:v>
                </c:pt>
                <c:pt idx="2608">
                  <c:v>6.302034</c:v>
                </c:pt>
                <c:pt idx="2609">
                  <c:v>6.30005</c:v>
                </c:pt>
                <c:pt idx="2610">
                  <c:v>5.371663</c:v>
                </c:pt>
                <c:pt idx="2611">
                  <c:v>5.703211</c:v>
                </c:pt>
                <c:pt idx="2612">
                  <c:v>4.731118</c:v>
                </c:pt>
                <c:pt idx="2613">
                  <c:v>4.790995</c:v>
                </c:pt>
                <c:pt idx="2614">
                  <c:v>5.26873</c:v>
                </c:pt>
                <c:pt idx="2615">
                  <c:v>4.949069</c:v>
                </c:pt>
                <c:pt idx="2616">
                  <c:v>4.860103</c:v>
                </c:pt>
                <c:pt idx="2617">
                  <c:v>4.914485</c:v>
                </c:pt>
                <c:pt idx="2618">
                  <c:v>5.250169</c:v>
                </c:pt>
                <c:pt idx="2619">
                  <c:v>4.745625</c:v>
                </c:pt>
                <c:pt idx="2620">
                  <c:v>5.029648</c:v>
                </c:pt>
                <c:pt idx="2621">
                  <c:v>4.922221</c:v>
                </c:pt>
                <c:pt idx="2622">
                  <c:v>5.738334</c:v>
                </c:pt>
                <c:pt idx="2623">
                  <c:v>4.811904</c:v>
                </c:pt>
                <c:pt idx="2624">
                  <c:v>5.740329</c:v>
                </c:pt>
                <c:pt idx="2625">
                  <c:v>5.534474</c:v>
                </c:pt>
                <c:pt idx="2626">
                  <c:v>6.554066</c:v>
                </c:pt>
                <c:pt idx="2627">
                  <c:v>8.767939</c:v>
                </c:pt>
                <c:pt idx="2628">
                  <c:v>7.956784</c:v>
                </c:pt>
                <c:pt idx="2629">
                  <c:v>7.438858</c:v>
                </c:pt>
                <c:pt idx="2630">
                  <c:v>8.426951</c:v>
                </c:pt>
                <c:pt idx="2631">
                  <c:v>9.405641</c:v>
                </c:pt>
                <c:pt idx="2632">
                  <c:v>13.303486</c:v>
                </c:pt>
                <c:pt idx="2633">
                  <c:v>10.3371</c:v>
                </c:pt>
                <c:pt idx="2634">
                  <c:v>8.323599</c:v>
                </c:pt>
                <c:pt idx="2635">
                  <c:v>9.99549</c:v>
                </c:pt>
                <c:pt idx="2636">
                  <c:v>10.215387</c:v>
                </c:pt>
                <c:pt idx="2637">
                  <c:v>9.889825</c:v>
                </c:pt>
                <c:pt idx="2638">
                  <c:v>9.5733</c:v>
                </c:pt>
                <c:pt idx="2639">
                  <c:v>9.518795</c:v>
                </c:pt>
                <c:pt idx="2640">
                  <c:v>9.74905</c:v>
                </c:pt>
                <c:pt idx="2641">
                  <c:v>9.626675</c:v>
                </c:pt>
                <c:pt idx="2642">
                  <c:v>9.538445</c:v>
                </c:pt>
                <c:pt idx="2643">
                  <c:v>10.66014</c:v>
                </c:pt>
                <c:pt idx="2644">
                  <c:v>9.07183</c:v>
                </c:pt>
                <c:pt idx="2645">
                  <c:v>7.955376</c:v>
                </c:pt>
                <c:pt idx="2646">
                  <c:v>9.4462</c:v>
                </c:pt>
                <c:pt idx="2647">
                  <c:v>9.713427</c:v>
                </c:pt>
                <c:pt idx="2648">
                  <c:v>9.927018</c:v>
                </c:pt>
                <c:pt idx="2649">
                  <c:v>8.197933</c:v>
                </c:pt>
                <c:pt idx="2650">
                  <c:v>7.694792</c:v>
                </c:pt>
                <c:pt idx="2651">
                  <c:v>8.938203</c:v>
                </c:pt>
                <c:pt idx="2652">
                  <c:v>8.787941</c:v>
                </c:pt>
                <c:pt idx="2653">
                  <c:v>10.782123</c:v>
                </c:pt>
                <c:pt idx="2654">
                  <c:v>9.512517</c:v>
                </c:pt>
                <c:pt idx="2655">
                  <c:v>9.331672</c:v>
                </c:pt>
                <c:pt idx="2656">
                  <c:v>13.438299</c:v>
                </c:pt>
                <c:pt idx="2657">
                  <c:v>9.18436</c:v>
                </c:pt>
                <c:pt idx="2658">
                  <c:v>7.801071</c:v>
                </c:pt>
                <c:pt idx="2659">
                  <c:v>8.923708</c:v>
                </c:pt>
                <c:pt idx="2660">
                  <c:v>7.485095</c:v>
                </c:pt>
                <c:pt idx="2661">
                  <c:v>7.818148</c:v>
                </c:pt>
                <c:pt idx="2662">
                  <c:v>8.858176</c:v>
                </c:pt>
                <c:pt idx="2663">
                  <c:v>9.384279</c:v>
                </c:pt>
                <c:pt idx="2664">
                  <c:v>9.319664</c:v>
                </c:pt>
                <c:pt idx="2665">
                  <c:v>9.78568</c:v>
                </c:pt>
                <c:pt idx="2666">
                  <c:v>10.51454</c:v>
                </c:pt>
                <c:pt idx="2667">
                  <c:v>11.440773</c:v>
                </c:pt>
                <c:pt idx="2668">
                  <c:v>8.220667</c:v>
                </c:pt>
                <c:pt idx="2669">
                  <c:v>12.20908</c:v>
                </c:pt>
                <c:pt idx="2670">
                  <c:v>10.831102</c:v>
                </c:pt>
                <c:pt idx="2671">
                  <c:v>9.756066</c:v>
                </c:pt>
                <c:pt idx="2672">
                  <c:v>9.135586</c:v>
                </c:pt>
                <c:pt idx="2673">
                  <c:v>9.741901</c:v>
                </c:pt>
                <c:pt idx="2674">
                  <c:v>10.201895</c:v>
                </c:pt>
                <c:pt idx="2675">
                  <c:v>10.301755</c:v>
                </c:pt>
                <c:pt idx="2676">
                  <c:v>9.93637</c:v>
                </c:pt>
                <c:pt idx="2677">
                  <c:v>9.722459</c:v>
                </c:pt>
                <c:pt idx="2678">
                  <c:v>9.161196</c:v>
                </c:pt>
                <c:pt idx="2679">
                  <c:v>8.830309</c:v>
                </c:pt>
                <c:pt idx="2680">
                  <c:v>9.466681</c:v>
                </c:pt>
                <c:pt idx="2681">
                  <c:v>10.594826</c:v>
                </c:pt>
                <c:pt idx="2682">
                  <c:v>12.606893</c:v>
                </c:pt>
                <c:pt idx="2683">
                  <c:v>11.723423</c:v>
                </c:pt>
                <c:pt idx="2684">
                  <c:v>11.763394</c:v>
                </c:pt>
                <c:pt idx="2685">
                  <c:v>9.641256</c:v>
                </c:pt>
                <c:pt idx="2686">
                  <c:v>10.176211</c:v>
                </c:pt>
                <c:pt idx="2687">
                  <c:v>10.94023</c:v>
                </c:pt>
                <c:pt idx="2688">
                  <c:v>12.251975</c:v>
                </c:pt>
                <c:pt idx="2689">
                  <c:v>10.069261</c:v>
                </c:pt>
                <c:pt idx="2690">
                  <c:v>10.259569</c:v>
                </c:pt>
                <c:pt idx="2691">
                  <c:v>10.016426</c:v>
                </c:pt>
                <c:pt idx="2692">
                  <c:v>11.575696</c:v>
                </c:pt>
                <c:pt idx="2693">
                  <c:v>10.966175</c:v>
                </c:pt>
                <c:pt idx="2694">
                  <c:v>10.110347</c:v>
                </c:pt>
                <c:pt idx="2695">
                  <c:v>12.922025</c:v>
                </c:pt>
                <c:pt idx="2696">
                  <c:v>12.460243</c:v>
                </c:pt>
                <c:pt idx="2697">
                  <c:v>13.183606</c:v>
                </c:pt>
                <c:pt idx="2698">
                  <c:v>12.5156</c:v>
                </c:pt>
                <c:pt idx="2699">
                  <c:v>13.303142</c:v>
                </c:pt>
                <c:pt idx="2700">
                  <c:v>13.948729</c:v>
                </c:pt>
                <c:pt idx="2701">
                  <c:v>12.692101</c:v>
                </c:pt>
                <c:pt idx="2702">
                  <c:v>13.65648</c:v>
                </c:pt>
                <c:pt idx="2703">
                  <c:v>12.77667</c:v>
                </c:pt>
                <c:pt idx="2704">
                  <c:v>13.267038</c:v>
                </c:pt>
                <c:pt idx="2705">
                  <c:v>14.096152</c:v>
                </c:pt>
                <c:pt idx="2706">
                  <c:v>15.124607</c:v>
                </c:pt>
                <c:pt idx="2707">
                  <c:v>14.538433</c:v>
                </c:pt>
                <c:pt idx="2708">
                  <c:v>14.543182</c:v>
                </c:pt>
                <c:pt idx="2709">
                  <c:v>14.723818</c:v>
                </c:pt>
                <c:pt idx="2710">
                  <c:v>14.227048</c:v>
                </c:pt>
                <c:pt idx="2711">
                  <c:v>16.020027</c:v>
                </c:pt>
                <c:pt idx="2712">
                  <c:v>15.250962</c:v>
                </c:pt>
                <c:pt idx="2713">
                  <c:v>14.595457</c:v>
                </c:pt>
                <c:pt idx="2714">
                  <c:v>15.416857</c:v>
                </c:pt>
                <c:pt idx="2715">
                  <c:v>17.334659</c:v>
                </c:pt>
                <c:pt idx="2716">
                  <c:v>17.34711</c:v>
                </c:pt>
                <c:pt idx="2717">
                  <c:v>14.769395</c:v>
                </c:pt>
                <c:pt idx="2718">
                  <c:v>15.666197</c:v>
                </c:pt>
                <c:pt idx="2719">
                  <c:v>14.974847</c:v>
                </c:pt>
                <c:pt idx="2720">
                  <c:v>15.066543</c:v>
                </c:pt>
                <c:pt idx="2721">
                  <c:v>15.061816</c:v>
                </c:pt>
                <c:pt idx="2722">
                  <c:v>14.584364</c:v>
                </c:pt>
                <c:pt idx="2723">
                  <c:v>12.829227</c:v>
                </c:pt>
                <c:pt idx="2724">
                  <c:v>12.676725</c:v>
                </c:pt>
                <c:pt idx="2725">
                  <c:v>14.031807</c:v>
                </c:pt>
                <c:pt idx="2726">
                  <c:v>13.990893</c:v>
                </c:pt>
                <c:pt idx="2727">
                  <c:v>13.439142</c:v>
                </c:pt>
                <c:pt idx="2728">
                  <c:v>13.138212</c:v>
                </c:pt>
                <c:pt idx="2729">
                  <c:v>11.112141</c:v>
                </c:pt>
                <c:pt idx="2730">
                  <c:v>11.799843</c:v>
                </c:pt>
                <c:pt idx="2731">
                  <c:v>10.398583</c:v>
                </c:pt>
                <c:pt idx="2732">
                  <c:v>10.347509</c:v>
                </c:pt>
                <c:pt idx="2733">
                  <c:v>9.798169</c:v>
                </c:pt>
                <c:pt idx="2734">
                  <c:v>9.719047</c:v>
                </c:pt>
                <c:pt idx="2735">
                  <c:v>9.610028</c:v>
                </c:pt>
                <c:pt idx="2736">
                  <c:v>11.156091</c:v>
                </c:pt>
                <c:pt idx="2737">
                  <c:v>8.179839</c:v>
                </c:pt>
                <c:pt idx="2738">
                  <c:v>8.504238</c:v>
                </c:pt>
                <c:pt idx="2739">
                  <c:v>8.107867</c:v>
                </c:pt>
                <c:pt idx="2740">
                  <c:v>7.148066</c:v>
                </c:pt>
                <c:pt idx="2741">
                  <c:v>9.257705</c:v>
                </c:pt>
                <c:pt idx="2742">
                  <c:v>8.063365</c:v>
                </c:pt>
                <c:pt idx="2743">
                  <c:v>8.384617</c:v>
                </c:pt>
                <c:pt idx="2744">
                  <c:v>8.516419</c:v>
                </c:pt>
                <c:pt idx="2745">
                  <c:v>6.893254</c:v>
                </c:pt>
                <c:pt idx="2746">
                  <c:v>6.926503</c:v>
                </c:pt>
                <c:pt idx="2747">
                  <c:v>6.851459</c:v>
                </c:pt>
                <c:pt idx="2748">
                  <c:v>6.053918</c:v>
                </c:pt>
                <c:pt idx="2749">
                  <c:v>5.805888</c:v>
                </c:pt>
                <c:pt idx="2750">
                  <c:v>6.087547</c:v>
                </c:pt>
                <c:pt idx="2751">
                  <c:v>5.418773</c:v>
                </c:pt>
                <c:pt idx="2752">
                  <c:v>5.232125</c:v>
                </c:pt>
                <c:pt idx="2753">
                  <c:v>5.80328</c:v>
                </c:pt>
                <c:pt idx="2754">
                  <c:v>4.469157</c:v>
                </c:pt>
                <c:pt idx="2755">
                  <c:v>4.980936</c:v>
                </c:pt>
                <c:pt idx="2756">
                  <c:v>5.090676</c:v>
                </c:pt>
                <c:pt idx="2757">
                  <c:v>4.773122</c:v>
                </c:pt>
                <c:pt idx="2758">
                  <c:v>4.838704</c:v>
                </c:pt>
                <c:pt idx="2759">
                  <c:v>5.173778</c:v>
                </c:pt>
                <c:pt idx="2760">
                  <c:v>5.10314</c:v>
                </c:pt>
                <c:pt idx="2761">
                  <c:v>4.679835</c:v>
                </c:pt>
                <c:pt idx="2762">
                  <c:v>5.111036</c:v>
                </c:pt>
                <c:pt idx="2763">
                  <c:v>4.402717</c:v>
                </c:pt>
                <c:pt idx="2764">
                  <c:v>4.779562</c:v>
                </c:pt>
                <c:pt idx="2765">
                  <c:v>5.420593</c:v>
                </c:pt>
                <c:pt idx="2766">
                  <c:v>4.912917</c:v>
                </c:pt>
                <c:pt idx="2767">
                  <c:v>5.140993</c:v>
                </c:pt>
                <c:pt idx="2768">
                  <c:v>5.414463</c:v>
                </c:pt>
                <c:pt idx="2769">
                  <c:v>5.430916</c:v>
                </c:pt>
                <c:pt idx="2770">
                  <c:v>6.080312</c:v>
                </c:pt>
                <c:pt idx="2771">
                  <c:v>5.429972</c:v>
                </c:pt>
                <c:pt idx="2772">
                  <c:v>5.869425</c:v>
                </c:pt>
                <c:pt idx="2773">
                  <c:v>6.0981</c:v>
                </c:pt>
                <c:pt idx="2774">
                  <c:v>6.16318</c:v>
                </c:pt>
                <c:pt idx="2775">
                  <c:v>6.428006</c:v>
                </c:pt>
                <c:pt idx="2776">
                  <c:v>7.154197</c:v>
                </c:pt>
                <c:pt idx="2777">
                  <c:v>8.161241</c:v>
                </c:pt>
                <c:pt idx="2778">
                  <c:v>8.623893</c:v>
                </c:pt>
                <c:pt idx="2779">
                  <c:v>8.719431</c:v>
                </c:pt>
                <c:pt idx="2780">
                  <c:v>8.689596</c:v>
                </c:pt>
                <c:pt idx="2781">
                  <c:v>8.983474</c:v>
                </c:pt>
                <c:pt idx="2782">
                  <c:v>7.857741</c:v>
                </c:pt>
                <c:pt idx="2783">
                  <c:v>11.018792</c:v>
                </c:pt>
                <c:pt idx="2784">
                  <c:v>10.390843</c:v>
                </c:pt>
                <c:pt idx="2785">
                  <c:v>9.80108</c:v>
                </c:pt>
                <c:pt idx="2786">
                  <c:v>9.701059</c:v>
                </c:pt>
                <c:pt idx="2787">
                  <c:v>10.25018</c:v>
                </c:pt>
                <c:pt idx="2788">
                  <c:v>10.0752</c:v>
                </c:pt>
                <c:pt idx="2789">
                  <c:v>8.642893</c:v>
                </c:pt>
                <c:pt idx="2790">
                  <c:v>9.45177</c:v>
                </c:pt>
                <c:pt idx="2791">
                  <c:v>7.682174</c:v>
                </c:pt>
                <c:pt idx="2792">
                  <c:v>8.845589</c:v>
                </c:pt>
                <c:pt idx="2793">
                  <c:v>8.952012</c:v>
                </c:pt>
                <c:pt idx="2794">
                  <c:v>8.912654</c:v>
                </c:pt>
                <c:pt idx="2795">
                  <c:v>9.354418</c:v>
                </c:pt>
                <c:pt idx="2796">
                  <c:v>8.514948</c:v>
                </c:pt>
                <c:pt idx="2797">
                  <c:v>9.039667</c:v>
                </c:pt>
                <c:pt idx="2798">
                  <c:v>8.662174</c:v>
                </c:pt>
                <c:pt idx="2799">
                  <c:v>8.348109</c:v>
                </c:pt>
                <c:pt idx="2800">
                  <c:v>8.845259</c:v>
                </c:pt>
                <c:pt idx="2801">
                  <c:v>7.743289</c:v>
                </c:pt>
                <c:pt idx="2802">
                  <c:v>8.062177</c:v>
                </c:pt>
                <c:pt idx="2803">
                  <c:v>11.282053</c:v>
                </c:pt>
                <c:pt idx="2804">
                  <c:v>9.480136</c:v>
                </c:pt>
                <c:pt idx="2805">
                  <c:v>7.503069</c:v>
                </c:pt>
                <c:pt idx="2806">
                  <c:v>7.493984</c:v>
                </c:pt>
                <c:pt idx="2807">
                  <c:v>7.144599</c:v>
                </c:pt>
                <c:pt idx="2808">
                  <c:v>8.758214</c:v>
                </c:pt>
                <c:pt idx="2809">
                  <c:v>9.027927</c:v>
                </c:pt>
                <c:pt idx="2810">
                  <c:v>10.388155</c:v>
                </c:pt>
                <c:pt idx="2811">
                  <c:v>10.346598</c:v>
                </c:pt>
                <c:pt idx="2812">
                  <c:v>10.12025</c:v>
                </c:pt>
                <c:pt idx="2813">
                  <c:v>9.327155</c:v>
                </c:pt>
                <c:pt idx="2814">
                  <c:v>9.49059</c:v>
                </c:pt>
                <c:pt idx="2815">
                  <c:v>10.520954</c:v>
                </c:pt>
                <c:pt idx="2816">
                  <c:v>11.58707</c:v>
                </c:pt>
                <c:pt idx="2817">
                  <c:v>13.745434</c:v>
                </c:pt>
                <c:pt idx="2818">
                  <c:v>13.662247</c:v>
                </c:pt>
                <c:pt idx="2819">
                  <c:v>10.203549</c:v>
                </c:pt>
                <c:pt idx="2820">
                  <c:v>10.297777</c:v>
                </c:pt>
                <c:pt idx="2821">
                  <c:v>10.592879</c:v>
                </c:pt>
                <c:pt idx="2822">
                  <c:v>11.626038</c:v>
                </c:pt>
                <c:pt idx="2823">
                  <c:v>10.83305</c:v>
                </c:pt>
                <c:pt idx="2824">
                  <c:v>11.489132</c:v>
                </c:pt>
                <c:pt idx="2825">
                  <c:v>9.010603</c:v>
                </c:pt>
                <c:pt idx="2826">
                  <c:v>9.68364</c:v>
                </c:pt>
                <c:pt idx="2827">
                  <c:v>9.814802</c:v>
                </c:pt>
                <c:pt idx="2828">
                  <c:v>9.889948</c:v>
                </c:pt>
                <c:pt idx="2829">
                  <c:v>9.81669</c:v>
                </c:pt>
                <c:pt idx="2830">
                  <c:v>9.133469</c:v>
                </c:pt>
                <c:pt idx="2831">
                  <c:v>9.803543</c:v>
                </c:pt>
                <c:pt idx="2832">
                  <c:v>10.785539</c:v>
                </c:pt>
                <c:pt idx="2833">
                  <c:v>9.065781</c:v>
                </c:pt>
                <c:pt idx="2834">
                  <c:v>8.792225</c:v>
                </c:pt>
                <c:pt idx="2835">
                  <c:v>10.17134</c:v>
                </c:pt>
                <c:pt idx="2836">
                  <c:v>7.706316</c:v>
                </c:pt>
                <c:pt idx="2837">
                  <c:v>10.664584</c:v>
                </c:pt>
                <c:pt idx="2838">
                  <c:v>13.449793</c:v>
                </c:pt>
                <c:pt idx="2839">
                  <c:v>12.272506</c:v>
                </c:pt>
                <c:pt idx="2840">
                  <c:v>11.993797</c:v>
                </c:pt>
                <c:pt idx="2841">
                  <c:v>10.244743</c:v>
                </c:pt>
                <c:pt idx="2842">
                  <c:v>11.6134</c:v>
                </c:pt>
                <c:pt idx="2843">
                  <c:v>12.031993</c:v>
                </c:pt>
                <c:pt idx="2844">
                  <c:v>12.314792</c:v>
                </c:pt>
                <c:pt idx="2845">
                  <c:v>14.23536</c:v>
                </c:pt>
                <c:pt idx="2846">
                  <c:v>14.680553</c:v>
                </c:pt>
                <c:pt idx="2847">
                  <c:v>13.670154</c:v>
                </c:pt>
                <c:pt idx="2848">
                  <c:v>15.473404</c:v>
                </c:pt>
                <c:pt idx="2849">
                  <c:v>13.051414</c:v>
                </c:pt>
                <c:pt idx="2850">
                  <c:v>14.307824</c:v>
                </c:pt>
                <c:pt idx="2851">
                  <c:v>16.23635</c:v>
                </c:pt>
                <c:pt idx="2852">
                  <c:v>15.691551</c:v>
                </c:pt>
                <c:pt idx="2853">
                  <c:v>16.06465</c:v>
                </c:pt>
                <c:pt idx="2854">
                  <c:v>18.419053</c:v>
                </c:pt>
                <c:pt idx="2855">
                  <c:v>20.577112</c:v>
                </c:pt>
                <c:pt idx="2856">
                  <c:v>11.862753</c:v>
                </c:pt>
                <c:pt idx="2857">
                  <c:v>16.11444</c:v>
                </c:pt>
                <c:pt idx="2858">
                  <c:v>15.208272</c:v>
                </c:pt>
                <c:pt idx="2859">
                  <c:v>14.164513</c:v>
                </c:pt>
                <c:pt idx="2860">
                  <c:v>16.874568</c:v>
                </c:pt>
                <c:pt idx="2861">
                  <c:v>13.462255</c:v>
                </c:pt>
                <c:pt idx="2862">
                  <c:v>13.89092</c:v>
                </c:pt>
                <c:pt idx="2863">
                  <c:v>15.53954</c:v>
                </c:pt>
                <c:pt idx="2864">
                  <c:v>13.976556</c:v>
                </c:pt>
                <c:pt idx="2865">
                  <c:v>13.262375</c:v>
                </c:pt>
                <c:pt idx="2866">
                  <c:v>12.382479</c:v>
                </c:pt>
                <c:pt idx="2867">
                  <c:v>12.58641</c:v>
                </c:pt>
                <c:pt idx="2868">
                  <c:v>11.39604</c:v>
                </c:pt>
                <c:pt idx="2869">
                  <c:v>12.94553</c:v>
                </c:pt>
                <c:pt idx="2870">
                  <c:v>11.754435</c:v>
                </c:pt>
                <c:pt idx="2871">
                  <c:v>11.622708</c:v>
                </c:pt>
                <c:pt idx="2872">
                  <c:v>10.406223</c:v>
                </c:pt>
                <c:pt idx="2873">
                  <c:v>12.312454</c:v>
                </c:pt>
                <c:pt idx="2874">
                  <c:v>12.813877</c:v>
                </c:pt>
                <c:pt idx="2875">
                  <c:v>12.657384</c:v>
                </c:pt>
                <c:pt idx="2876">
                  <c:v>11.409789</c:v>
                </c:pt>
                <c:pt idx="2877">
                  <c:v>9.721459</c:v>
                </c:pt>
                <c:pt idx="2878">
                  <c:v>10.004756</c:v>
                </c:pt>
                <c:pt idx="2879">
                  <c:v>10.243546</c:v>
                </c:pt>
                <c:pt idx="2880">
                  <c:v>8.589714</c:v>
                </c:pt>
                <c:pt idx="2881">
                  <c:v>7.886513</c:v>
                </c:pt>
                <c:pt idx="2882">
                  <c:v>8.659729</c:v>
                </c:pt>
                <c:pt idx="2883">
                  <c:v>7.799383</c:v>
                </c:pt>
                <c:pt idx="2884">
                  <c:v>6.90241</c:v>
                </c:pt>
                <c:pt idx="2885">
                  <c:v>7.13635</c:v>
                </c:pt>
                <c:pt idx="2886">
                  <c:v>6.598482</c:v>
                </c:pt>
                <c:pt idx="2887">
                  <c:v>6.410073</c:v>
                </c:pt>
                <c:pt idx="2888">
                  <c:v>6.910797</c:v>
                </c:pt>
                <c:pt idx="2889">
                  <c:v>6.752687</c:v>
                </c:pt>
                <c:pt idx="2890">
                  <c:v>6.660099</c:v>
                </c:pt>
                <c:pt idx="2891">
                  <c:v>6.270375</c:v>
                </c:pt>
                <c:pt idx="2892">
                  <c:v>6.657564</c:v>
                </c:pt>
                <c:pt idx="2893">
                  <c:v>6.755136</c:v>
                </c:pt>
                <c:pt idx="2894">
                  <c:v>6.333203</c:v>
                </c:pt>
                <c:pt idx="2895">
                  <c:v>6.405053</c:v>
                </c:pt>
                <c:pt idx="2896">
                  <c:v>5.328645</c:v>
                </c:pt>
                <c:pt idx="2897">
                  <c:v>6.299169</c:v>
                </c:pt>
                <c:pt idx="2898">
                  <c:v>7.669982</c:v>
                </c:pt>
                <c:pt idx="2899">
                  <c:v>5.58113</c:v>
                </c:pt>
                <c:pt idx="2900">
                  <c:v>5.887421</c:v>
                </c:pt>
                <c:pt idx="2901">
                  <c:v>6.743959</c:v>
                </c:pt>
                <c:pt idx="2902">
                  <c:v>5.445081</c:v>
                </c:pt>
                <c:pt idx="2903">
                  <c:v>6.749491</c:v>
                </c:pt>
                <c:pt idx="2904">
                  <c:v>5.751629</c:v>
                </c:pt>
                <c:pt idx="2905">
                  <c:v>5.212769</c:v>
                </c:pt>
                <c:pt idx="2906">
                  <c:v>6.394414</c:v>
                </c:pt>
                <c:pt idx="2907">
                  <c:v>5.571079</c:v>
                </c:pt>
                <c:pt idx="2908">
                  <c:v>5.293998</c:v>
                </c:pt>
                <c:pt idx="2909">
                  <c:v>5.197013</c:v>
                </c:pt>
                <c:pt idx="2910">
                  <c:v>5.024359</c:v>
                </c:pt>
                <c:pt idx="2911">
                  <c:v>5.245212</c:v>
                </c:pt>
                <c:pt idx="2912">
                  <c:v>5.491332</c:v>
                </c:pt>
                <c:pt idx="2913">
                  <c:v>6.581404</c:v>
                </c:pt>
                <c:pt idx="2914">
                  <c:v>6.045409</c:v>
                </c:pt>
                <c:pt idx="2915">
                  <c:v>6.891527</c:v>
                </c:pt>
                <c:pt idx="2916">
                  <c:v>6.35241</c:v>
                </c:pt>
                <c:pt idx="2917">
                  <c:v>7.109332</c:v>
                </c:pt>
                <c:pt idx="2918">
                  <c:v>7.101362</c:v>
                </c:pt>
                <c:pt idx="2919">
                  <c:v>7.026866</c:v>
                </c:pt>
                <c:pt idx="2920">
                  <c:v>8.372533</c:v>
                </c:pt>
                <c:pt idx="2921">
                  <c:v>14.676834</c:v>
                </c:pt>
                <c:pt idx="2922">
                  <c:v>10.563389</c:v>
                </c:pt>
                <c:pt idx="2923">
                  <c:v>8.938459</c:v>
                </c:pt>
                <c:pt idx="2924">
                  <c:v>9.381621</c:v>
                </c:pt>
                <c:pt idx="2925">
                  <c:v>11.801348</c:v>
                </c:pt>
                <c:pt idx="2926">
                  <c:v>12.988441</c:v>
                </c:pt>
                <c:pt idx="2927">
                  <c:v>9.105922</c:v>
                </c:pt>
                <c:pt idx="2928">
                  <c:v>8.817259</c:v>
                </c:pt>
                <c:pt idx="2929">
                  <c:v>10.59578</c:v>
                </c:pt>
                <c:pt idx="2930">
                  <c:v>9.318879</c:v>
                </c:pt>
                <c:pt idx="2931">
                  <c:v>8.790364</c:v>
                </c:pt>
                <c:pt idx="2932">
                  <c:v>8.854808</c:v>
                </c:pt>
                <c:pt idx="2933">
                  <c:v>8.443146</c:v>
                </c:pt>
                <c:pt idx="2934">
                  <c:v>8.548539</c:v>
                </c:pt>
                <c:pt idx="2935">
                  <c:v>7.283231</c:v>
                </c:pt>
                <c:pt idx="2936">
                  <c:v>6.491138</c:v>
                </c:pt>
                <c:pt idx="2937">
                  <c:v>7.319286</c:v>
                </c:pt>
                <c:pt idx="2938">
                  <c:v>7.801182</c:v>
                </c:pt>
                <c:pt idx="2939">
                  <c:v>8.398879</c:v>
                </c:pt>
                <c:pt idx="2940">
                  <c:v>8.462588</c:v>
                </c:pt>
                <c:pt idx="2941">
                  <c:v>8.088021</c:v>
                </c:pt>
                <c:pt idx="2942">
                  <c:v>8.182935</c:v>
                </c:pt>
                <c:pt idx="2943">
                  <c:v>9.358398</c:v>
                </c:pt>
                <c:pt idx="2944">
                  <c:v>8.172297</c:v>
                </c:pt>
                <c:pt idx="2945">
                  <c:v>9.262945</c:v>
                </c:pt>
                <c:pt idx="2946">
                  <c:v>9.193064</c:v>
                </c:pt>
                <c:pt idx="2947">
                  <c:v>7.578334</c:v>
                </c:pt>
                <c:pt idx="2948">
                  <c:v>9.782902</c:v>
                </c:pt>
                <c:pt idx="2949">
                  <c:v>7.938308</c:v>
                </c:pt>
                <c:pt idx="2950">
                  <c:v>8.623158</c:v>
                </c:pt>
                <c:pt idx="2951">
                  <c:v>10.229319</c:v>
                </c:pt>
                <c:pt idx="2952">
                  <c:v>7.684511</c:v>
                </c:pt>
                <c:pt idx="2953">
                  <c:v>9.349877</c:v>
                </c:pt>
                <c:pt idx="2954">
                  <c:v>13.205143</c:v>
                </c:pt>
                <c:pt idx="2955">
                  <c:v>7.953488</c:v>
                </c:pt>
                <c:pt idx="2956">
                  <c:v>7.440375</c:v>
                </c:pt>
                <c:pt idx="2957">
                  <c:v>8.423854</c:v>
                </c:pt>
                <c:pt idx="2958">
                  <c:v>9.754706</c:v>
                </c:pt>
                <c:pt idx="2959">
                  <c:v>9.669218</c:v>
                </c:pt>
                <c:pt idx="2960">
                  <c:v>11.003684</c:v>
                </c:pt>
                <c:pt idx="2961">
                  <c:v>10.535952</c:v>
                </c:pt>
                <c:pt idx="2962">
                  <c:v>10.665955</c:v>
                </c:pt>
                <c:pt idx="2963">
                  <c:v>9.75931</c:v>
                </c:pt>
                <c:pt idx="2964">
                  <c:v>10.227873</c:v>
                </c:pt>
                <c:pt idx="2965">
                  <c:v>12.121033</c:v>
                </c:pt>
                <c:pt idx="2966">
                  <c:v>8.898771</c:v>
                </c:pt>
                <c:pt idx="2967">
                  <c:v>10.467665</c:v>
                </c:pt>
                <c:pt idx="2968">
                  <c:v>9.501803</c:v>
                </c:pt>
                <c:pt idx="2969">
                  <c:v>9.045272</c:v>
                </c:pt>
                <c:pt idx="2970">
                  <c:v>9.071558</c:v>
                </c:pt>
                <c:pt idx="2971">
                  <c:v>9.13031</c:v>
                </c:pt>
                <c:pt idx="2972">
                  <c:v>9.687801</c:v>
                </c:pt>
                <c:pt idx="2973">
                  <c:v>10.14373</c:v>
                </c:pt>
                <c:pt idx="2974">
                  <c:v>10.438945</c:v>
                </c:pt>
                <c:pt idx="2975">
                  <c:v>10.372933</c:v>
                </c:pt>
                <c:pt idx="2976">
                  <c:v>12.900878</c:v>
                </c:pt>
                <c:pt idx="2977">
                  <c:v>7.120918</c:v>
                </c:pt>
                <c:pt idx="2978">
                  <c:v>8.345973</c:v>
                </c:pt>
                <c:pt idx="2979">
                  <c:v>8.04738</c:v>
                </c:pt>
                <c:pt idx="2980">
                  <c:v>6.374122</c:v>
                </c:pt>
                <c:pt idx="2981">
                  <c:v>6.846788</c:v>
                </c:pt>
                <c:pt idx="2982">
                  <c:v>7.060353</c:v>
                </c:pt>
                <c:pt idx="2983">
                  <c:v>7.173791</c:v>
                </c:pt>
                <c:pt idx="2984">
                  <c:v>7.448792</c:v>
                </c:pt>
                <c:pt idx="2985">
                  <c:v>12.985315</c:v>
                </c:pt>
                <c:pt idx="2986">
                  <c:v>11.41144</c:v>
                </c:pt>
                <c:pt idx="2987">
                  <c:v>11.247146</c:v>
                </c:pt>
                <c:pt idx="2988">
                  <c:v>11.506328</c:v>
                </c:pt>
                <c:pt idx="2989">
                  <c:v>12.635014</c:v>
                </c:pt>
                <c:pt idx="2990">
                  <c:v>13.420972</c:v>
                </c:pt>
                <c:pt idx="2991">
                  <c:v>13.509239</c:v>
                </c:pt>
                <c:pt idx="2992">
                  <c:v>13.026708</c:v>
                </c:pt>
                <c:pt idx="2993">
                  <c:v>14.756737</c:v>
                </c:pt>
                <c:pt idx="2994">
                  <c:v>16.57021</c:v>
                </c:pt>
                <c:pt idx="2995">
                  <c:v>16.117695</c:v>
                </c:pt>
                <c:pt idx="2996">
                  <c:v>14.352837</c:v>
                </c:pt>
                <c:pt idx="2997">
                  <c:v>15.151603</c:v>
                </c:pt>
                <c:pt idx="2998">
                  <c:v>12.849539</c:v>
                </c:pt>
                <c:pt idx="2999">
                  <c:v>18.743746</c:v>
                </c:pt>
                <c:pt idx="3000">
                  <c:v>14.52216</c:v>
                </c:pt>
                <c:pt idx="3001">
                  <c:v>13.394161</c:v>
                </c:pt>
                <c:pt idx="3002">
                  <c:v>16.510885</c:v>
                </c:pt>
                <c:pt idx="3003">
                  <c:v>13.993353</c:v>
                </c:pt>
                <c:pt idx="3004">
                  <c:v>14.945049</c:v>
                </c:pt>
                <c:pt idx="3005">
                  <c:v>14.385071</c:v>
                </c:pt>
                <c:pt idx="3006">
                  <c:v>15.781974</c:v>
                </c:pt>
                <c:pt idx="3007">
                  <c:v>13.089806</c:v>
                </c:pt>
                <c:pt idx="3008">
                  <c:v>15.505677</c:v>
                </c:pt>
                <c:pt idx="3009">
                  <c:v>15.466648</c:v>
                </c:pt>
                <c:pt idx="3010">
                  <c:v>13.200086</c:v>
                </c:pt>
                <c:pt idx="3011">
                  <c:v>14.312939</c:v>
                </c:pt>
                <c:pt idx="3012">
                  <c:v>13.926059</c:v>
                </c:pt>
                <c:pt idx="3013">
                  <c:v>11.620185</c:v>
                </c:pt>
                <c:pt idx="3014">
                  <c:v>13.806437</c:v>
                </c:pt>
                <c:pt idx="3015">
                  <c:v>11.819392</c:v>
                </c:pt>
                <c:pt idx="3016">
                  <c:v>10.638434</c:v>
                </c:pt>
                <c:pt idx="3017">
                  <c:v>13.218561</c:v>
                </c:pt>
                <c:pt idx="3018">
                  <c:v>12.722682</c:v>
                </c:pt>
                <c:pt idx="3019">
                  <c:v>13.97798</c:v>
                </c:pt>
                <c:pt idx="3020">
                  <c:v>13.001894</c:v>
                </c:pt>
                <c:pt idx="3021">
                  <c:v>11.260102</c:v>
                </c:pt>
                <c:pt idx="3022">
                  <c:v>8.633896</c:v>
                </c:pt>
                <c:pt idx="3023">
                  <c:v>9.649925</c:v>
                </c:pt>
                <c:pt idx="3024">
                  <c:v>9.460486</c:v>
                </c:pt>
                <c:pt idx="3025">
                  <c:v>8.193818</c:v>
                </c:pt>
                <c:pt idx="3026">
                  <c:v>7.78119</c:v>
                </c:pt>
                <c:pt idx="3027">
                  <c:v>7.707553</c:v>
                </c:pt>
                <c:pt idx="3028">
                  <c:v>7.023707</c:v>
                </c:pt>
                <c:pt idx="3029">
                  <c:v>7.478682</c:v>
                </c:pt>
                <c:pt idx="3030">
                  <c:v>8.425224</c:v>
                </c:pt>
                <c:pt idx="3031">
                  <c:v>7.209411</c:v>
                </c:pt>
                <c:pt idx="3032">
                  <c:v>7.111547</c:v>
                </c:pt>
                <c:pt idx="3033">
                  <c:v>7.463747</c:v>
                </c:pt>
                <c:pt idx="3034">
                  <c:v>6.669254</c:v>
                </c:pt>
                <c:pt idx="3035">
                  <c:v>6.907772</c:v>
                </c:pt>
                <c:pt idx="3036">
                  <c:v>6.780355</c:v>
                </c:pt>
                <c:pt idx="3037">
                  <c:v>5.542039</c:v>
                </c:pt>
                <c:pt idx="3038">
                  <c:v>6.248143</c:v>
                </c:pt>
                <c:pt idx="3039">
                  <c:v>6.299169</c:v>
                </c:pt>
                <c:pt idx="3040">
                  <c:v>6.326016</c:v>
                </c:pt>
                <c:pt idx="3041">
                  <c:v>6.91928</c:v>
                </c:pt>
                <c:pt idx="3042">
                  <c:v>5.65298</c:v>
                </c:pt>
                <c:pt idx="3043">
                  <c:v>5.479126</c:v>
                </c:pt>
                <c:pt idx="3044">
                  <c:v>5.727732</c:v>
                </c:pt>
                <c:pt idx="3045">
                  <c:v>6.048077</c:v>
                </c:pt>
                <c:pt idx="3046">
                  <c:v>4.750069</c:v>
                </c:pt>
                <c:pt idx="3047">
                  <c:v>5.862789</c:v>
                </c:pt>
                <c:pt idx="3048">
                  <c:v>5.241232</c:v>
                </c:pt>
                <c:pt idx="3049">
                  <c:v>5.266575</c:v>
                </c:pt>
                <c:pt idx="3050">
                  <c:v>5.143575</c:v>
                </c:pt>
                <c:pt idx="3051">
                  <c:v>4.727138</c:v>
                </c:pt>
                <c:pt idx="3052">
                  <c:v>5.297621</c:v>
                </c:pt>
                <c:pt idx="3053">
                  <c:v>4.811489</c:v>
                </c:pt>
                <c:pt idx="3054">
                  <c:v>5.065543</c:v>
                </c:pt>
                <c:pt idx="3055">
                  <c:v>4.735402</c:v>
                </c:pt>
                <c:pt idx="3056">
                  <c:v>5.608393</c:v>
                </c:pt>
                <c:pt idx="3057">
                  <c:v>5.557575</c:v>
                </c:pt>
                <c:pt idx="3058">
                  <c:v>6.187909</c:v>
                </c:pt>
                <c:pt idx="3059">
                  <c:v>6.042715</c:v>
                </c:pt>
                <c:pt idx="3060">
                  <c:v>6.065608</c:v>
                </c:pt>
                <c:pt idx="3061">
                  <c:v>6.689235</c:v>
                </c:pt>
                <c:pt idx="3062">
                  <c:v>6.504998</c:v>
                </c:pt>
                <c:pt idx="3063">
                  <c:v>7.712584</c:v>
                </c:pt>
                <c:pt idx="3064">
                  <c:v>7.378293</c:v>
                </c:pt>
                <c:pt idx="3065">
                  <c:v>10.240202</c:v>
                </c:pt>
                <c:pt idx="3066">
                  <c:v>12.058854</c:v>
                </c:pt>
                <c:pt idx="3067">
                  <c:v>8.3081</c:v>
                </c:pt>
                <c:pt idx="3068">
                  <c:v>9.267362</c:v>
                </c:pt>
                <c:pt idx="3069">
                  <c:v>12.159556</c:v>
                </c:pt>
                <c:pt idx="3070">
                  <c:v>11.002251</c:v>
                </c:pt>
                <c:pt idx="3071">
                  <c:v>10.386217</c:v>
                </c:pt>
                <c:pt idx="3072">
                  <c:v>10.270208</c:v>
                </c:pt>
                <c:pt idx="3073">
                  <c:v>11.833324</c:v>
                </c:pt>
                <c:pt idx="3074">
                  <c:v>9.478777</c:v>
                </c:pt>
                <c:pt idx="3075">
                  <c:v>11.092258</c:v>
                </c:pt>
                <c:pt idx="3076">
                  <c:v>10.03169</c:v>
                </c:pt>
                <c:pt idx="3077">
                  <c:v>9.273951</c:v>
                </c:pt>
                <c:pt idx="3078">
                  <c:v>9.464441</c:v>
                </c:pt>
                <c:pt idx="3079">
                  <c:v>9.325821</c:v>
                </c:pt>
                <c:pt idx="3080">
                  <c:v>8.594267</c:v>
                </c:pt>
                <c:pt idx="3081">
                  <c:v>9.770598</c:v>
                </c:pt>
                <c:pt idx="3082">
                  <c:v>8.644264</c:v>
                </c:pt>
                <c:pt idx="3083">
                  <c:v>7.416846</c:v>
                </c:pt>
                <c:pt idx="3084">
                  <c:v>8.219001</c:v>
                </c:pt>
                <c:pt idx="3085">
                  <c:v>7.770233</c:v>
                </c:pt>
                <c:pt idx="3086">
                  <c:v>7.712473</c:v>
                </c:pt>
                <c:pt idx="3087">
                  <c:v>8.320857</c:v>
                </c:pt>
                <c:pt idx="3088">
                  <c:v>8.564028</c:v>
                </c:pt>
                <c:pt idx="3089">
                  <c:v>8.480045</c:v>
                </c:pt>
                <c:pt idx="3090">
                  <c:v>10.19171</c:v>
                </c:pt>
                <c:pt idx="3091">
                  <c:v>8.53543</c:v>
                </c:pt>
                <c:pt idx="3092">
                  <c:v>8.274264</c:v>
                </c:pt>
                <c:pt idx="3093">
                  <c:v>9.088797</c:v>
                </c:pt>
                <c:pt idx="3094">
                  <c:v>9.50222</c:v>
                </c:pt>
                <c:pt idx="3095">
                  <c:v>8.971527</c:v>
                </c:pt>
                <c:pt idx="3096">
                  <c:v>9.23453</c:v>
                </c:pt>
                <c:pt idx="3097">
                  <c:v>9.653683</c:v>
                </c:pt>
                <c:pt idx="3098">
                  <c:v>8.922716</c:v>
                </c:pt>
                <c:pt idx="3099">
                  <c:v>8.877356</c:v>
                </c:pt>
                <c:pt idx="3100">
                  <c:v>8.493276</c:v>
                </c:pt>
                <c:pt idx="3101">
                  <c:v>8.913485</c:v>
                </c:pt>
                <c:pt idx="3102">
                  <c:v>9.544539</c:v>
                </c:pt>
                <c:pt idx="3103">
                  <c:v>9.796758</c:v>
                </c:pt>
                <c:pt idx="3104">
                  <c:v>9.364517</c:v>
                </c:pt>
                <c:pt idx="3105">
                  <c:v>10.200792</c:v>
                </c:pt>
                <c:pt idx="3106">
                  <c:v>9.707952</c:v>
                </c:pt>
                <c:pt idx="3107">
                  <c:v>10.085459</c:v>
                </c:pt>
                <c:pt idx="3108">
                  <c:v>9.037818</c:v>
                </c:pt>
                <c:pt idx="3109">
                  <c:v>10.566042</c:v>
                </c:pt>
                <c:pt idx="3110">
                  <c:v>10.81809</c:v>
                </c:pt>
                <c:pt idx="3111">
                  <c:v>10.479552</c:v>
                </c:pt>
                <c:pt idx="3112">
                  <c:v>10.384243</c:v>
                </c:pt>
                <c:pt idx="3113">
                  <c:v>11.470484</c:v>
                </c:pt>
                <c:pt idx="3114">
                  <c:v>10.644651</c:v>
                </c:pt>
                <c:pt idx="3115">
                  <c:v>11.911491</c:v>
                </c:pt>
                <c:pt idx="3116">
                  <c:v>11.027557</c:v>
                </c:pt>
                <c:pt idx="3117">
                  <c:v>11.608726</c:v>
                </c:pt>
                <c:pt idx="3118">
                  <c:v>11.579099</c:v>
                </c:pt>
                <c:pt idx="3119">
                  <c:v>10.553338</c:v>
                </c:pt>
                <c:pt idx="3120">
                  <c:v>10.271493</c:v>
                </c:pt>
                <c:pt idx="3121">
                  <c:v>10.579523</c:v>
                </c:pt>
                <c:pt idx="3122">
                  <c:v>11.244723</c:v>
                </c:pt>
                <c:pt idx="3123">
                  <c:v>11.763763</c:v>
                </c:pt>
                <c:pt idx="3124">
                  <c:v>12.753546</c:v>
                </c:pt>
                <c:pt idx="3125">
                  <c:v>14.702541</c:v>
                </c:pt>
                <c:pt idx="3126">
                  <c:v>14.429061</c:v>
                </c:pt>
                <c:pt idx="3127">
                  <c:v>13.216674</c:v>
                </c:pt>
                <c:pt idx="3128">
                  <c:v>12.886486</c:v>
                </c:pt>
                <c:pt idx="3129">
                  <c:v>12.226084</c:v>
                </c:pt>
                <c:pt idx="3130">
                  <c:v>13.994308</c:v>
                </c:pt>
                <c:pt idx="3131">
                  <c:v>15.167872</c:v>
                </c:pt>
                <c:pt idx="3132">
                  <c:v>15.706722</c:v>
                </c:pt>
                <c:pt idx="3133">
                  <c:v>16.959296</c:v>
                </c:pt>
                <c:pt idx="3134">
                  <c:v>13.487768</c:v>
                </c:pt>
                <c:pt idx="3135">
                  <c:v>14.378745</c:v>
                </c:pt>
                <c:pt idx="3136">
                  <c:v>14.389356</c:v>
                </c:pt>
                <c:pt idx="3137">
                  <c:v>14.365007</c:v>
                </c:pt>
                <c:pt idx="3138">
                  <c:v>16.195264</c:v>
                </c:pt>
                <c:pt idx="3139">
                  <c:v>16.250121</c:v>
                </c:pt>
                <c:pt idx="3140">
                  <c:v>13.891215</c:v>
                </c:pt>
                <c:pt idx="3141">
                  <c:v>16.068924</c:v>
                </c:pt>
                <c:pt idx="3142">
                  <c:v>12.199652</c:v>
                </c:pt>
                <c:pt idx="3143">
                  <c:v>14.792594</c:v>
                </c:pt>
                <c:pt idx="3144">
                  <c:v>13.861796</c:v>
                </c:pt>
                <c:pt idx="3145">
                  <c:v>41.096702</c:v>
                </c:pt>
                <c:pt idx="3146">
                  <c:v>16.782724</c:v>
                </c:pt>
                <c:pt idx="3147">
                  <c:v>17.400731</c:v>
                </c:pt>
                <c:pt idx="3148">
                  <c:v>12.746809</c:v>
                </c:pt>
                <c:pt idx="3149">
                  <c:v>15.78573</c:v>
                </c:pt>
                <c:pt idx="3150">
                  <c:v>14.380724</c:v>
                </c:pt>
                <c:pt idx="3151">
                  <c:v>13.214786</c:v>
                </c:pt>
                <c:pt idx="3152">
                  <c:v>12.695932</c:v>
                </c:pt>
                <c:pt idx="3153">
                  <c:v>14.219247</c:v>
                </c:pt>
                <c:pt idx="3154">
                  <c:v>14.322399</c:v>
                </c:pt>
                <c:pt idx="3155">
                  <c:v>18.021098</c:v>
                </c:pt>
                <c:pt idx="3156">
                  <c:v>14.755572</c:v>
                </c:pt>
                <c:pt idx="3157">
                  <c:v>14.236079</c:v>
                </c:pt>
                <c:pt idx="3158">
                  <c:v>13.009947</c:v>
                </c:pt>
                <c:pt idx="3159">
                  <c:v>15.943449</c:v>
                </c:pt>
                <c:pt idx="3160">
                  <c:v>18.511506</c:v>
                </c:pt>
                <c:pt idx="3161">
                  <c:v>15.159413</c:v>
                </c:pt>
                <c:pt idx="3162">
                  <c:v>13.901105</c:v>
                </c:pt>
                <c:pt idx="3163">
                  <c:v>12.244104</c:v>
                </c:pt>
                <c:pt idx="3164">
                  <c:v>12.691598</c:v>
                </c:pt>
                <c:pt idx="3165">
                  <c:v>12.970578</c:v>
                </c:pt>
                <c:pt idx="3166">
                  <c:v>13.365445</c:v>
                </c:pt>
                <c:pt idx="3167">
                  <c:v>10.773223</c:v>
                </c:pt>
                <c:pt idx="3168">
                  <c:v>11.063343</c:v>
                </c:pt>
                <c:pt idx="3169">
                  <c:v>9.331527</c:v>
                </c:pt>
                <c:pt idx="3170">
                  <c:v>10.130843</c:v>
                </c:pt>
                <c:pt idx="3171">
                  <c:v>9.386752</c:v>
                </c:pt>
                <c:pt idx="3172">
                  <c:v>8.21981</c:v>
                </c:pt>
                <c:pt idx="3173">
                  <c:v>9.45356</c:v>
                </c:pt>
                <c:pt idx="3174">
                  <c:v>7.598425</c:v>
                </c:pt>
                <c:pt idx="3175">
                  <c:v>7.7695</c:v>
                </c:pt>
                <c:pt idx="3176">
                  <c:v>7.672676</c:v>
                </c:pt>
                <c:pt idx="3177">
                  <c:v>7.417741</c:v>
                </c:pt>
                <c:pt idx="3178">
                  <c:v>6.727541</c:v>
                </c:pt>
                <c:pt idx="3179">
                  <c:v>7.321883</c:v>
                </c:pt>
                <c:pt idx="3180">
                  <c:v>7.572778</c:v>
                </c:pt>
                <c:pt idx="3181">
                  <c:v>6.41918</c:v>
                </c:pt>
                <c:pt idx="3182">
                  <c:v>6.678302</c:v>
                </c:pt>
                <c:pt idx="3183">
                  <c:v>7.470677</c:v>
                </c:pt>
                <c:pt idx="3184">
                  <c:v>6.921974</c:v>
                </c:pt>
                <c:pt idx="3185">
                  <c:v>7.068405</c:v>
                </c:pt>
                <c:pt idx="3186">
                  <c:v>6.613944</c:v>
                </c:pt>
                <c:pt idx="3187">
                  <c:v>6.147253</c:v>
                </c:pt>
                <c:pt idx="3188">
                  <c:v>6.192832</c:v>
                </c:pt>
                <c:pt idx="3189">
                  <c:v>6.599522</c:v>
                </c:pt>
                <c:pt idx="3190">
                  <c:v>6.0292</c:v>
                </c:pt>
                <c:pt idx="3191">
                  <c:v>5.357695</c:v>
                </c:pt>
                <c:pt idx="3192">
                  <c:v>6.939261</c:v>
                </c:pt>
                <c:pt idx="3193">
                  <c:v>5.74306</c:v>
                </c:pt>
                <c:pt idx="3194">
                  <c:v>5.943185</c:v>
                </c:pt>
                <c:pt idx="3195">
                  <c:v>6.574388</c:v>
                </c:pt>
                <c:pt idx="3196">
                  <c:v>5.367096</c:v>
                </c:pt>
                <c:pt idx="3197">
                  <c:v>6.104833</c:v>
                </c:pt>
                <c:pt idx="3198">
                  <c:v>5.149562</c:v>
                </c:pt>
                <c:pt idx="3199">
                  <c:v>6.071594</c:v>
                </c:pt>
                <c:pt idx="3200">
                  <c:v>5.882231</c:v>
                </c:pt>
                <c:pt idx="3201">
                  <c:v>5.137589</c:v>
                </c:pt>
                <c:pt idx="3202">
                  <c:v>6.347635</c:v>
                </c:pt>
                <c:pt idx="3203">
                  <c:v>5.68202</c:v>
                </c:pt>
                <c:pt idx="3204">
                  <c:v>6.205967</c:v>
                </c:pt>
                <c:pt idx="3205">
                  <c:v>6.435021</c:v>
                </c:pt>
                <c:pt idx="3206">
                  <c:v>6.139197</c:v>
                </c:pt>
                <c:pt idx="3207">
                  <c:v>6.645896</c:v>
                </c:pt>
                <c:pt idx="3208">
                  <c:v>6.962949</c:v>
                </c:pt>
                <c:pt idx="3209">
                  <c:v>7.750108</c:v>
                </c:pt>
                <c:pt idx="3210">
                  <c:v>7.931809</c:v>
                </c:pt>
                <c:pt idx="3211">
                  <c:v>7.241081</c:v>
                </c:pt>
                <c:pt idx="3212">
                  <c:v>8.100851</c:v>
                </c:pt>
                <c:pt idx="3213">
                  <c:v>8.095672</c:v>
                </c:pt>
                <c:pt idx="3214">
                  <c:v>8.548052</c:v>
                </c:pt>
                <c:pt idx="3215">
                  <c:v>7.937551</c:v>
                </c:pt>
                <c:pt idx="3216">
                  <c:v>7.839782</c:v>
                </c:pt>
                <c:pt idx="3217">
                  <c:v>8.517018</c:v>
                </c:pt>
                <c:pt idx="3218">
                  <c:v>11.231981</c:v>
                </c:pt>
                <c:pt idx="3219">
                  <c:v>9.534578</c:v>
                </c:pt>
                <c:pt idx="3220">
                  <c:v>10.528914</c:v>
                </c:pt>
                <c:pt idx="3221">
                  <c:v>10.18964</c:v>
                </c:pt>
                <c:pt idx="3222">
                  <c:v>10.92455</c:v>
                </c:pt>
                <c:pt idx="3223">
                  <c:v>11.342027</c:v>
                </c:pt>
                <c:pt idx="3224">
                  <c:v>9.705407</c:v>
                </c:pt>
                <c:pt idx="3225">
                  <c:v>11.979035</c:v>
                </c:pt>
                <c:pt idx="3226">
                  <c:v>11.451805</c:v>
                </c:pt>
                <c:pt idx="3227">
                  <c:v>10.953515</c:v>
                </c:pt>
                <c:pt idx="3228">
                  <c:v>12.159473</c:v>
                </c:pt>
                <c:pt idx="3229">
                  <c:v>10.844387</c:v>
                </c:pt>
                <c:pt idx="3230">
                  <c:v>11.592603</c:v>
                </c:pt>
                <c:pt idx="3231">
                  <c:v>11.48187</c:v>
                </c:pt>
                <c:pt idx="3232">
                  <c:v>10.091626</c:v>
                </c:pt>
                <c:pt idx="3233">
                  <c:v>10.837431</c:v>
                </c:pt>
                <c:pt idx="3234">
                  <c:v>12.857569</c:v>
                </c:pt>
                <c:pt idx="3235">
                  <c:v>11.707252</c:v>
                </c:pt>
                <c:pt idx="3236">
                  <c:v>11.121602</c:v>
                </c:pt>
                <c:pt idx="3237">
                  <c:v>11.511081</c:v>
                </c:pt>
                <c:pt idx="3238">
                  <c:v>11.688558</c:v>
                </c:pt>
                <c:pt idx="3239">
                  <c:v>11.261188</c:v>
                </c:pt>
                <c:pt idx="3240">
                  <c:v>11.280508</c:v>
                </c:pt>
                <c:pt idx="3241">
                  <c:v>11.13224</c:v>
                </c:pt>
                <c:pt idx="3242">
                  <c:v>12.071522</c:v>
                </c:pt>
                <c:pt idx="3243">
                  <c:v>14.184322</c:v>
                </c:pt>
                <c:pt idx="3244">
                  <c:v>11.763432</c:v>
                </c:pt>
                <c:pt idx="3245">
                  <c:v>16.897829</c:v>
                </c:pt>
                <c:pt idx="3246">
                  <c:v>15.183934</c:v>
                </c:pt>
                <c:pt idx="3247">
                  <c:v>14.210139</c:v>
                </c:pt>
                <c:pt idx="3248">
                  <c:v>15.821737</c:v>
                </c:pt>
                <c:pt idx="3249">
                  <c:v>14.81162</c:v>
                </c:pt>
                <c:pt idx="3250">
                  <c:v>26.875145</c:v>
                </c:pt>
                <c:pt idx="3251">
                  <c:v>14.343472</c:v>
                </c:pt>
                <c:pt idx="3252">
                  <c:v>19.269013</c:v>
                </c:pt>
                <c:pt idx="3253">
                  <c:v>15.434547</c:v>
                </c:pt>
                <c:pt idx="3254">
                  <c:v>18.573195</c:v>
                </c:pt>
                <c:pt idx="3255">
                  <c:v>21.667463</c:v>
                </c:pt>
                <c:pt idx="3256">
                  <c:v>13.864623</c:v>
                </c:pt>
                <c:pt idx="3257">
                  <c:v>13.11221</c:v>
                </c:pt>
                <c:pt idx="3258">
                  <c:v>14.003367</c:v>
                </c:pt>
                <c:pt idx="3259">
                  <c:v>14.449479</c:v>
                </c:pt>
                <c:pt idx="3260">
                  <c:v>12.826032</c:v>
                </c:pt>
                <c:pt idx="3261">
                  <c:v>15.702179</c:v>
                </c:pt>
                <c:pt idx="3262">
                  <c:v>10.736738</c:v>
                </c:pt>
                <c:pt idx="3263">
                  <c:v>13.723874</c:v>
                </c:pt>
                <c:pt idx="3264">
                  <c:v>13.41768</c:v>
                </c:pt>
                <c:pt idx="3265">
                  <c:v>12.294663</c:v>
                </c:pt>
                <c:pt idx="3266">
                  <c:v>13.913399</c:v>
                </c:pt>
                <c:pt idx="3267">
                  <c:v>15.247964</c:v>
                </c:pt>
                <c:pt idx="3268">
                  <c:v>14.995206</c:v>
                </c:pt>
                <c:pt idx="3269">
                  <c:v>13.880074</c:v>
                </c:pt>
                <c:pt idx="3270">
                  <c:v>13.99093</c:v>
                </c:pt>
                <c:pt idx="3271">
                  <c:v>13.33988</c:v>
                </c:pt>
                <c:pt idx="3272">
                  <c:v>13.986694</c:v>
                </c:pt>
                <c:pt idx="3273">
                  <c:v>12.922783</c:v>
                </c:pt>
                <c:pt idx="3274">
                  <c:v>13.162733</c:v>
                </c:pt>
                <c:pt idx="3275">
                  <c:v>13.19339</c:v>
                </c:pt>
                <c:pt idx="3276">
                  <c:v>13.270074</c:v>
                </c:pt>
                <c:pt idx="3277">
                  <c:v>15.163234</c:v>
                </c:pt>
                <c:pt idx="3278">
                  <c:v>12.401185</c:v>
                </c:pt>
                <c:pt idx="3279">
                  <c:v>14.742708</c:v>
                </c:pt>
                <c:pt idx="3280">
                  <c:v>14.149761</c:v>
                </c:pt>
                <c:pt idx="3281">
                  <c:v>11.296485</c:v>
                </c:pt>
                <c:pt idx="3282">
                  <c:v>14.609547</c:v>
                </c:pt>
                <c:pt idx="3283">
                  <c:v>13.702731</c:v>
                </c:pt>
                <c:pt idx="3284">
                  <c:v>12.398209</c:v>
                </c:pt>
                <c:pt idx="3285">
                  <c:v>10.338274</c:v>
                </c:pt>
                <c:pt idx="3286">
                  <c:v>16.789471</c:v>
                </c:pt>
                <c:pt idx="3287">
                  <c:v>12.245387</c:v>
                </c:pt>
                <c:pt idx="3288">
                  <c:v>13.616049</c:v>
                </c:pt>
                <c:pt idx="3289">
                  <c:v>15.890832</c:v>
                </c:pt>
                <c:pt idx="3290">
                  <c:v>14.97268</c:v>
                </c:pt>
                <c:pt idx="3291">
                  <c:v>20.944648</c:v>
                </c:pt>
                <c:pt idx="3292">
                  <c:v>12.643033</c:v>
                </c:pt>
                <c:pt idx="3293">
                  <c:v>16.845811</c:v>
                </c:pt>
                <c:pt idx="3294">
                  <c:v>15.842048</c:v>
                </c:pt>
                <c:pt idx="3295">
                  <c:v>18.916372</c:v>
                </c:pt>
                <c:pt idx="3296">
                  <c:v>19.660991</c:v>
                </c:pt>
                <c:pt idx="3297">
                  <c:v>21.518389</c:v>
                </c:pt>
                <c:pt idx="3298">
                  <c:v>20.943954</c:v>
                </c:pt>
                <c:pt idx="3299">
                  <c:v>15.091959</c:v>
                </c:pt>
                <c:pt idx="3300">
                  <c:v>14.658273</c:v>
                </c:pt>
                <c:pt idx="3301">
                  <c:v>11.539153</c:v>
                </c:pt>
                <c:pt idx="3302">
                  <c:v>11.218281</c:v>
                </c:pt>
                <c:pt idx="3303">
                  <c:v>16.353522</c:v>
                </c:pt>
                <c:pt idx="3304">
                  <c:v>14.630434</c:v>
                </c:pt>
                <c:pt idx="3305">
                  <c:v>18.795603</c:v>
                </c:pt>
                <c:pt idx="3306">
                  <c:v>16.89499</c:v>
                </c:pt>
                <c:pt idx="3307">
                  <c:v>11.723902</c:v>
                </c:pt>
                <c:pt idx="3308">
                  <c:v>10.911157</c:v>
                </c:pt>
                <c:pt idx="3309">
                  <c:v>12.361336</c:v>
                </c:pt>
                <c:pt idx="3310">
                  <c:v>10.095829</c:v>
                </c:pt>
                <c:pt idx="3311">
                  <c:v>10.653762</c:v>
                </c:pt>
                <c:pt idx="3312">
                  <c:v>10.037029</c:v>
                </c:pt>
                <c:pt idx="3313">
                  <c:v>9.153816</c:v>
                </c:pt>
                <c:pt idx="3314">
                  <c:v>8.740563</c:v>
                </c:pt>
                <c:pt idx="3315">
                  <c:v>9.996726</c:v>
                </c:pt>
                <c:pt idx="3316">
                  <c:v>8.108368</c:v>
                </c:pt>
                <c:pt idx="3317">
                  <c:v>8.837755</c:v>
                </c:pt>
                <c:pt idx="3318">
                  <c:v>8.189363</c:v>
                </c:pt>
                <c:pt idx="3319">
                  <c:v>6.579995</c:v>
                </c:pt>
                <c:pt idx="3320">
                  <c:v>7.191783</c:v>
                </c:pt>
                <c:pt idx="3321">
                  <c:v>8.336957</c:v>
                </c:pt>
                <c:pt idx="3322">
                  <c:v>7.764762</c:v>
                </c:pt>
                <c:pt idx="3323">
                  <c:v>7.269608</c:v>
                </c:pt>
                <c:pt idx="3324">
                  <c:v>6.590218</c:v>
                </c:pt>
                <c:pt idx="3325">
                  <c:v>6.884537</c:v>
                </c:pt>
                <c:pt idx="3326">
                  <c:v>7.009115</c:v>
                </c:pt>
                <c:pt idx="3327">
                  <c:v>6.706521</c:v>
                </c:pt>
                <c:pt idx="3328">
                  <c:v>5.940235</c:v>
                </c:pt>
                <c:pt idx="3329">
                  <c:v>4.881209</c:v>
                </c:pt>
                <c:pt idx="3330">
                  <c:v>5.988017</c:v>
                </c:pt>
                <c:pt idx="3331">
                  <c:v>6.240332</c:v>
                </c:pt>
                <c:pt idx="3332">
                  <c:v>5.513404</c:v>
                </c:pt>
                <c:pt idx="3333">
                  <c:v>5.56983</c:v>
                </c:pt>
                <c:pt idx="3334">
                  <c:v>4.929371</c:v>
                </c:pt>
                <c:pt idx="3335">
                  <c:v>5.278829</c:v>
                </c:pt>
                <c:pt idx="3336">
                  <c:v>5.138838</c:v>
                </c:pt>
                <c:pt idx="3337">
                  <c:v>4.621916</c:v>
                </c:pt>
                <c:pt idx="3338">
                  <c:v>5.85056</c:v>
                </c:pt>
                <c:pt idx="3339">
                  <c:v>4.957749</c:v>
                </c:pt>
                <c:pt idx="3340">
                  <c:v>5.04697</c:v>
                </c:pt>
                <c:pt idx="3341">
                  <c:v>5.127527</c:v>
                </c:pt>
                <c:pt idx="3342">
                  <c:v>4.611069</c:v>
                </c:pt>
                <c:pt idx="3343">
                  <c:v>5.037079</c:v>
                </c:pt>
                <c:pt idx="3344">
                  <c:v>5.250366</c:v>
                </c:pt>
                <c:pt idx="3345">
                  <c:v>5.668185</c:v>
                </c:pt>
                <c:pt idx="3346">
                  <c:v>5.347937</c:v>
                </c:pt>
                <c:pt idx="3347">
                  <c:v>5.182629</c:v>
                </c:pt>
                <c:pt idx="3348">
                  <c:v>5.120132</c:v>
                </c:pt>
                <c:pt idx="3349">
                  <c:v>5.029183</c:v>
                </c:pt>
                <c:pt idx="3350">
                  <c:v>5.74044</c:v>
                </c:pt>
                <c:pt idx="3351">
                  <c:v>6.059451</c:v>
                </c:pt>
                <c:pt idx="3352">
                  <c:v>5.00733</c:v>
                </c:pt>
                <c:pt idx="3353">
                  <c:v>5.555947</c:v>
                </c:pt>
                <c:pt idx="3354">
                  <c:v>5.634274</c:v>
                </c:pt>
                <c:pt idx="3355">
                  <c:v>8.505731</c:v>
                </c:pt>
                <c:pt idx="3356">
                  <c:v>8.926</c:v>
                </c:pt>
                <c:pt idx="3357">
                  <c:v>6.27101</c:v>
                </c:pt>
                <c:pt idx="3358">
                  <c:v>6.372977</c:v>
                </c:pt>
                <c:pt idx="3359">
                  <c:v>6.079773</c:v>
                </c:pt>
                <c:pt idx="3360">
                  <c:v>6.559562</c:v>
                </c:pt>
                <c:pt idx="3361">
                  <c:v>6.858533</c:v>
                </c:pt>
                <c:pt idx="3362">
                  <c:v>6.94172</c:v>
                </c:pt>
                <c:pt idx="3363">
                  <c:v>9.129429</c:v>
                </c:pt>
                <c:pt idx="3364">
                  <c:v>9.195378</c:v>
                </c:pt>
                <c:pt idx="3365">
                  <c:v>11.616551</c:v>
                </c:pt>
                <c:pt idx="3366">
                  <c:v>11.278563</c:v>
                </c:pt>
                <c:pt idx="3367">
                  <c:v>8.397923</c:v>
                </c:pt>
                <c:pt idx="3368">
                  <c:v>10.58982</c:v>
                </c:pt>
                <c:pt idx="3369">
                  <c:v>13.903655</c:v>
                </c:pt>
                <c:pt idx="3370">
                  <c:v>11.803648</c:v>
                </c:pt>
                <c:pt idx="3371">
                  <c:v>13.002543</c:v>
                </c:pt>
                <c:pt idx="3372">
                  <c:v>16.391387</c:v>
                </c:pt>
                <c:pt idx="3373">
                  <c:v>13.582389</c:v>
                </c:pt>
                <c:pt idx="3374">
                  <c:v>14.237883</c:v>
                </c:pt>
                <c:pt idx="3375">
                  <c:v>14.560222</c:v>
                </c:pt>
                <c:pt idx="3376">
                  <c:v>13.16856</c:v>
                </c:pt>
                <c:pt idx="3377">
                  <c:v>13.7196</c:v>
                </c:pt>
                <c:pt idx="3378">
                  <c:v>13.243643</c:v>
                </c:pt>
                <c:pt idx="3379">
                  <c:v>12.105997</c:v>
                </c:pt>
                <c:pt idx="3380">
                  <c:v>11.22048</c:v>
                </c:pt>
                <c:pt idx="3381">
                  <c:v>12.506002</c:v>
                </c:pt>
                <c:pt idx="3382">
                  <c:v>11.852125</c:v>
                </c:pt>
                <c:pt idx="3383">
                  <c:v>13.306151</c:v>
                </c:pt>
                <c:pt idx="3384">
                  <c:v>12.184004</c:v>
                </c:pt>
                <c:pt idx="3385">
                  <c:v>14.791428</c:v>
                </c:pt>
                <c:pt idx="3386">
                  <c:v>15.04246</c:v>
                </c:pt>
                <c:pt idx="3387">
                  <c:v>13.662649</c:v>
                </c:pt>
                <c:pt idx="3388">
                  <c:v>14.058444</c:v>
                </c:pt>
                <c:pt idx="3389">
                  <c:v>13.320328</c:v>
                </c:pt>
                <c:pt idx="3390">
                  <c:v>14.00191</c:v>
                </c:pt>
                <c:pt idx="3391">
                  <c:v>18.316521</c:v>
                </c:pt>
                <c:pt idx="3392">
                  <c:v>13.389068</c:v>
                </c:pt>
                <c:pt idx="3393">
                  <c:v>16.066754</c:v>
                </c:pt>
                <c:pt idx="3394">
                  <c:v>20.14107</c:v>
                </c:pt>
                <c:pt idx="3395">
                  <c:v>19.060047</c:v>
                </c:pt>
                <c:pt idx="3396">
                  <c:v>14.13119</c:v>
                </c:pt>
                <c:pt idx="3397">
                  <c:v>17.286045</c:v>
                </c:pt>
                <c:pt idx="3398">
                  <c:v>18.157014</c:v>
                </c:pt>
                <c:pt idx="3399">
                  <c:v>16.110534</c:v>
                </c:pt>
                <c:pt idx="3400">
                  <c:v>15.607852</c:v>
                </c:pt>
                <c:pt idx="3401">
                  <c:v>14.602105</c:v>
                </c:pt>
                <c:pt idx="3402">
                  <c:v>12.842691</c:v>
                </c:pt>
                <c:pt idx="3403">
                  <c:v>13.437452</c:v>
                </c:pt>
                <c:pt idx="3404">
                  <c:v>12.729769</c:v>
                </c:pt>
                <c:pt idx="3405">
                  <c:v>15.956772</c:v>
                </c:pt>
                <c:pt idx="3406">
                  <c:v>16.089123</c:v>
                </c:pt>
                <c:pt idx="3407">
                  <c:v>12.762958</c:v>
                </c:pt>
                <c:pt idx="3408">
                  <c:v>12.661508</c:v>
                </c:pt>
                <c:pt idx="3409">
                  <c:v>15.194391</c:v>
                </c:pt>
                <c:pt idx="3410">
                  <c:v>11.804432</c:v>
                </c:pt>
                <c:pt idx="3411">
                  <c:v>13.134355</c:v>
                </c:pt>
                <c:pt idx="3412">
                  <c:v>12.648432</c:v>
                </c:pt>
                <c:pt idx="3413">
                  <c:v>14.402859</c:v>
                </c:pt>
                <c:pt idx="3414">
                  <c:v>12.74342</c:v>
                </c:pt>
                <c:pt idx="3415">
                  <c:v>14.289912</c:v>
                </c:pt>
                <c:pt idx="3416">
                  <c:v>14.487993</c:v>
                </c:pt>
                <c:pt idx="3417">
                  <c:v>12.786551</c:v>
                </c:pt>
                <c:pt idx="3418">
                  <c:v>13.831668</c:v>
                </c:pt>
                <c:pt idx="3419">
                  <c:v>12.391294</c:v>
                </c:pt>
                <c:pt idx="3420">
                  <c:v>14.701195</c:v>
                </c:pt>
                <c:pt idx="3421">
                  <c:v>15.056199</c:v>
                </c:pt>
                <c:pt idx="3422">
                  <c:v>18.376985</c:v>
                </c:pt>
                <c:pt idx="3423">
                  <c:v>15.360995</c:v>
                </c:pt>
                <c:pt idx="3424">
                  <c:v>13.407495</c:v>
                </c:pt>
                <c:pt idx="3425">
                  <c:v>14.60307</c:v>
                </c:pt>
                <c:pt idx="3426">
                  <c:v>13.935166</c:v>
                </c:pt>
                <c:pt idx="3427">
                  <c:v>12.175863</c:v>
                </c:pt>
                <c:pt idx="3428">
                  <c:v>11.757322</c:v>
                </c:pt>
                <c:pt idx="3429">
                  <c:v>11.649492</c:v>
                </c:pt>
                <c:pt idx="3430">
                  <c:v>12.218615</c:v>
                </c:pt>
                <c:pt idx="3431">
                  <c:v>12.532288</c:v>
                </c:pt>
                <c:pt idx="3432">
                  <c:v>11.619033</c:v>
                </c:pt>
                <c:pt idx="3433">
                  <c:v>11.558664</c:v>
                </c:pt>
                <c:pt idx="3434">
                  <c:v>13.171511</c:v>
                </c:pt>
                <c:pt idx="3435">
                  <c:v>13.963493</c:v>
                </c:pt>
                <c:pt idx="3436">
                  <c:v>19.588406</c:v>
                </c:pt>
                <c:pt idx="3437">
                  <c:v>22.354786</c:v>
                </c:pt>
                <c:pt idx="3438">
                  <c:v>22.493518</c:v>
                </c:pt>
                <c:pt idx="3439">
                  <c:v>14.767119</c:v>
                </c:pt>
                <c:pt idx="3440">
                  <c:v>17.294553</c:v>
                </c:pt>
                <c:pt idx="3441">
                  <c:v>18.412148</c:v>
                </c:pt>
                <c:pt idx="3442">
                  <c:v>17.156621</c:v>
                </c:pt>
                <c:pt idx="3443">
                  <c:v>18.212168</c:v>
                </c:pt>
                <c:pt idx="3444">
                  <c:v>17.739897</c:v>
                </c:pt>
                <c:pt idx="3445">
                  <c:v>11.887375</c:v>
                </c:pt>
                <c:pt idx="3446">
                  <c:v>12.110148</c:v>
                </c:pt>
                <c:pt idx="3447">
                  <c:v>13.55454</c:v>
                </c:pt>
                <c:pt idx="3448">
                  <c:v>11.39642</c:v>
                </c:pt>
                <c:pt idx="3449">
                  <c:v>15.149218</c:v>
                </c:pt>
                <c:pt idx="3450">
                  <c:v>12.693327</c:v>
                </c:pt>
                <c:pt idx="3451">
                  <c:v>12.551511</c:v>
                </c:pt>
                <c:pt idx="3452">
                  <c:v>12.226722</c:v>
                </c:pt>
                <c:pt idx="3453">
                  <c:v>12.089718</c:v>
                </c:pt>
                <c:pt idx="3454">
                  <c:v>12.919749</c:v>
                </c:pt>
                <c:pt idx="3455">
                  <c:v>10.551491</c:v>
                </c:pt>
                <c:pt idx="3456">
                  <c:v>8.698425</c:v>
                </c:pt>
                <c:pt idx="3457">
                  <c:v>8.758964</c:v>
                </c:pt>
                <c:pt idx="3458">
                  <c:v>8.105418</c:v>
                </c:pt>
                <c:pt idx="3459">
                  <c:v>7.474765</c:v>
                </c:pt>
                <c:pt idx="3460">
                  <c:v>6.954599</c:v>
                </c:pt>
                <c:pt idx="3461">
                  <c:v>7.344078</c:v>
                </c:pt>
                <c:pt idx="3462">
                  <c:v>7.103111</c:v>
                </c:pt>
                <c:pt idx="3463">
                  <c:v>6.493394</c:v>
                </c:pt>
                <c:pt idx="3464">
                  <c:v>6.514879</c:v>
                </c:pt>
                <c:pt idx="3465">
                  <c:v>5.655439</c:v>
                </c:pt>
                <c:pt idx="3466">
                  <c:v>6.142601</c:v>
                </c:pt>
                <c:pt idx="3467">
                  <c:v>6.152466</c:v>
                </c:pt>
                <c:pt idx="3468">
                  <c:v>5.764727</c:v>
                </c:pt>
                <c:pt idx="3469">
                  <c:v>5.696905</c:v>
                </c:pt>
                <c:pt idx="3470">
                  <c:v>5.034998</c:v>
                </c:pt>
                <c:pt idx="3471">
                  <c:v>5.249288</c:v>
                </c:pt>
                <c:pt idx="3472">
                  <c:v>6.071791</c:v>
                </c:pt>
                <c:pt idx="3473">
                  <c:v>5.251284</c:v>
                </c:pt>
                <c:pt idx="3474">
                  <c:v>5.16386</c:v>
                </c:pt>
                <c:pt idx="3475">
                  <c:v>5.756073</c:v>
                </c:pt>
                <c:pt idx="3476">
                  <c:v>5.655221</c:v>
                </c:pt>
                <c:pt idx="3477">
                  <c:v>5.64932</c:v>
                </c:pt>
                <c:pt idx="3478">
                  <c:v>5.06034</c:v>
                </c:pt>
                <c:pt idx="3479">
                  <c:v>4.316212</c:v>
                </c:pt>
                <c:pt idx="3480">
                  <c:v>4.825984</c:v>
                </c:pt>
                <c:pt idx="3481">
                  <c:v>4.42233</c:v>
                </c:pt>
                <c:pt idx="3482">
                  <c:v>4.602475</c:v>
                </c:pt>
                <c:pt idx="3483">
                  <c:v>4.724593</c:v>
                </c:pt>
                <c:pt idx="3484">
                  <c:v>4.82536</c:v>
                </c:pt>
                <c:pt idx="3485">
                  <c:v>4.588801</c:v>
                </c:pt>
                <c:pt idx="3486">
                  <c:v>4.495146</c:v>
                </c:pt>
                <c:pt idx="3487">
                  <c:v>4.800556</c:v>
                </c:pt>
                <c:pt idx="3488">
                  <c:v>5.088105</c:v>
                </c:pt>
                <c:pt idx="3489">
                  <c:v>5.277837</c:v>
                </c:pt>
                <c:pt idx="3490">
                  <c:v>5.778721</c:v>
                </c:pt>
                <c:pt idx="3491">
                  <c:v>5.687062</c:v>
                </c:pt>
                <c:pt idx="3492">
                  <c:v>6.411258</c:v>
                </c:pt>
                <c:pt idx="3493">
                  <c:v>6.111492</c:v>
                </c:pt>
                <c:pt idx="3494">
                  <c:v>7.323853</c:v>
                </c:pt>
                <c:pt idx="3495">
                  <c:v>9.651663</c:v>
                </c:pt>
                <c:pt idx="3496">
                  <c:v>7.116871</c:v>
                </c:pt>
                <c:pt idx="3497">
                  <c:v>7.856289</c:v>
                </c:pt>
                <c:pt idx="3498">
                  <c:v>7.606749</c:v>
                </c:pt>
                <c:pt idx="3499">
                  <c:v>8.660546</c:v>
                </c:pt>
                <c:pt idx="3500">
                  <c:v>9.714722</c:v>
                </c:pt>
                <c:pt idx="3501">
                  <c:v>8.16288</c:v>
                </c:pt>
                <c:pt idx="3502">
                  <c:v>9.42251</c:v>
                </c:pt>
                <c:pt idx="3503">
                  <c:v>7.802025</c:v>
                </c:pt>
                <c:pt idx="3504">
                  <c:v>7.736454</c:v>
                </c:pt>
                <c:pt idx="3505">
                  <c:v>7.957856</c:v>
                </c:pt>
                <c:pt idx="3506">
                  <c:v>7.838129</c:v>
                </c:pt>
                <c:pt idx="3507">
                  <c:v>9.057846</c:v>
                </c:pt>
                <c:pt idx="3508">
                  <c:v>8.654021</c:v>
                </c:pt>
                <c:pt idx="3509">
                  <c:v>8.73007</c:v>
                </c:pt>
                <c:pt idx="3510">
                  <c:v>7.868662</c:v>
                </c:pt>
                <c:pt idx="3511">
                  <c:v>8.281718</c:v>
                </c:pt>
                <c:pt idx="3512">
                  <c:v>8.42363</c:v>
                </c:pt>
                <c:pt idx="3513">
                  <c:v>7.008721</c:v>
                </c:pt>
                <c:pt idx="3514">
                  <c:v>8.493425</c:v>
                </c:pt>
                <c:pt idx="3515">
                  <c:v>7.995321</c:v>
                </c:pt>
                <c:pt idx="3516">
                  <c:v>9.819689</c:v>
                </c:pt>
                <c:pt idx="3517">
                  <c:v>10.43712</c:v>
                </c:pt>
                <c:pt idx="3518">
                  <c:v>9.041882</c:v>
                </c:pt>
                <c:pt idx="3519">
                  <c:v>7.995603</c:v>
                </c:pt>
                <c:pt idx="3520">
                  <c:v>6.520472</c:v>
                </c:pt>
                <c:pt idx="3521">
                  <c:v>7.194462</c:v>
                </c:pt>
                <c:pt idx="3522">
                  <c:v>6.392282</c:v>
                </c:pt>
                <c:pt idx="3523">
                  <c:v>7.252612</c:v>
                </c:pt>
                <c:pt idx="3524">
                  <c:v>7.017365</c:v>
                </c:pt>
                <c:pt idx="3525">
                  <c:v>6.06268</c:v>
                </c:pt>
                <c:pt idx="3526">
                  <c:v>7.481521</c:v>
                </c:pt>
                <c:pt idx="3527">
                  <c:v>6.181651</c:v>
                </c:pt>
                <c:pt idx="3528">
                  <c:v>7.235464</c:v>
                </c:pt>
                <c:pt idx="3529">
                  <c:v>8.228232</c:v>
                </c:pt>
                <c:pt idx="3530">
                  <c:v>8.21921</c:v>
                </c:pt>
                <c:pt idx="3531">
                  <c:v>6.751963</c:v>
                </c:pt>
                <c:pt idx="3532">
                  <c:v>9.15434</c:v>
                </c:pt>
                <c:pt idx="3533">
                  <c:v>7.759178</c:v>
                </c:pt>
                <c:pt idx="3534">
                  <c:v>8.519819</c:v>
                </c:pt>
                <c:pt idx="3535">
                  <c:v>10.763388</c:v>
                </c:pt>
                <c:pt idx="3536">
                  <c:v>10.12168</c:v>
                </c:pt>
                <c:pt idx="3537">
                  <c:v>8.124696</c:v>
                </c:pt>
                <c:pt idx="3538">
                  <c:v>10.180384</c:v>
                </c:pt>
                <c:pt idx="3539">
                  <c:v>9.473266</c:v>
                </c:pt>
                <c:pt idx="3540">
                  <c:v>9.119266</c:v>
                </c:pt>
                <c:pt idx="3541">
                  <c:v>9.770364</c:v>
                </c:pt>
                <c:pt idx="3542">
                  <c:v>10.179871</c:v>
                </c:pt>
                <c:pt idx="3543">
                  <c:v>9.883914</c:v>
                </c:pt>
                <c:pt idx="3544">
                  <c:v>8.394814</c:v>
                </c:pt>
                <c:pt idx="3545">
                  <c:v>11.099566</c:v>
                </c:pt>
                <c:pt idx="3546">
                  <c:v>9.784957</c:v>
                </c:pt>
                <c:pt idx="3547">
                  <c:v>9.6873</c:v>
                </c:pt>
                <c:pt idx="3548">
                  <c:v>10.159133</c:v>
                </c:pt>
                <c:pt idx="3549">
                  <c:v>8.392707</c:v>
                </c:pt>
                <c:pt idx="3550">
                  <c:v>10.1096</c:v>
                </c:pt>
                <c:pt idx="3551">
                  <c:v>9.860727</c:v>
                </c:pt>
                <c:pt idx="3552">
                  <c:v>9.179255</c:v>
                </c:pt>
                <c:pt idx="3553">
                  <c:v>10.699854</c:v>
                </c:pt>
                <c:pt idx="3554">
                  <c:v>10.863033</c:v>
                </c:pt>
                <c:pt idx="3555">
                  <c:v>9.749247</c:v>
                </c:pt>
                <c:pt idx="3556">
                  <c:v>10.691602</c:v>
                </c:pt>
                <c:pt idx="3557">
                  <c:v>10.214235</c:v>
                </c:pt>
                <c:pt idx="3558">
                  <c:v>10.187292</c:v>
                </c:pt>
                <c:pt idx="3559">
                  <c:v>8.838023</c:v>
                </c:pt>
                <c:pt idx="3560">
                  <c:v>11.615299</c:v>
                </c:pt>
                <c:pt idx="3561">
                  <c:v>12.043452</c:v>
                </c:pt>
                <c:pt idx="3562">
                  <c:v>12.10748</c:v>
                </c:pt>
                <c:pt idx="3563">
                  <c:v>13.036993</c:v>
                </c:pt>
                <c:pt idx="3564">
                  <c:v>10.221091</c:v>
                </c:pt>
                <c:pt idx="3565">
                  <c:v>11.14807</c:v>
                </c:pt>
                <c:pt idx="3566">
                  <c:v>10.366028</c:v>
                </c:pt>
                <c:pt idx="3567">
                  <c:v>10.347835</c:v>
                </c:pt>
                <c:pt idx="3568">
                  <c:v>13.288486</c:v>
                </c:pt>
                <c:pt idx="3569">
                  <c:v>13.803962</c:v>
                </c:pt>
                <c:pt idx="3570">
                  <c:v>12.278897</c:v>
                </c:pt>
                <c:pt idx="3571">
                  <c:v>11.104805</c:v>
                </c:pt>
                <c:pt idx="3572">
                  <c:v>12.047198</c:v>
                </c:pt>
                <c:pt idx="3573">
                  <c:v>12.328894</c:v>
                </c:pt>
                <c:pt idx="3574">
                  <c:v>13.521375</c:v>
                </c:pt>
                <c:pt idx="3575">
                  <c:v>11.827657</c:v>
                </c:pt>
                <c:pt idx="3576">
                  <c:v>13.300901</c:v>
                </c:pt>
                <c:pt idx="3577">
                  <c:v>12.727506</c:v>
                </c:pt>
                <c:pt idx="3578">
                  <c:v>13.180938</c:v>
                </c:pt>
                <c:pt idx="3579">
                  <c:v>14.370651</c:v>
                </c:pt>
                <c:pt idx="3580">
                  <c:v>23.250354</c:v>
                </c:pt>
                <c:pt idx="3581">
                  <c:v>13.138629</c:v>
                </c:pt>
                <c:pt idx="3582">
                  <c:v>13.578473</c:v>
                </c:pt>
                <c:pt idx="3583">
                  <c:v>14.268549</c:v>
                </c:pt>
                <c:pt idx="3584">
                  <c:v>14.707806</c:v>
                </c:pt>
                <c:pt idx="3585">
                  <c:v>15.480825</c:v>
                </c:pt>
                <c:pt idx="3586">
                  <c:v>16.462062</c:v>
                </c:pt>
                <c:pt idx="3587">
                  <c:v>15.094446</c:v>
                </c:pt>
                <c:pt idx="3588">
                  <c:v>15.299591</c:v>
                </c:pt>
                <c:pt idx="3589">
                  <c:v>16.115175</c:v>
                </c:pt>
                <c:pt idx="3590">
                  <c:v>13.897215</c:v>
                </c:pt>
                <c:pt idx="3591">
                  <c:v>12.044738</c:v>
                </c:pt>
                <c:pt idx="3592">
                  <c:v>11.886701</c:v>
                </c:pt>
                <c:pt idx="3593">
                  <c:v>12.006787</c:v>
                </c:pt>
                <c:pt idx="3594">
                  <c:v>11.822919</c:v>
                </c:pt>
                <c:pt idx="3595">
                  <c:v>14.801914</c:v>
                </c:pt>
                <c:pt idx="3596">
                  <c:v>10.52162</c:v>
                </c:pt>
                <c:pt idx="3597">
                  <c:v>11.20937</c:v>
                </c:pt>
                <c:pt idx="3598">
                  <c:v>11.577535</c:v>
                </c:pt>
                <c:pt idx="3599">
                  <c:v>9.842132</c:v>
                </c:pt>
                <c:pt idx="3600">
                  <c:v>10.599406</c:v>
                </c:pt>
                <c:pt idx="3601">
                  <c:v>10.25689</c:v>
                </c:pt>
                <c:pt idx="3602">
                  <c:v>9.729196</c:v>
                </c:pt>
                <c:pt idx="3603">
                  <c:v>9.685159</c:v>
                </c:pt>
                <c:pt idx="3604">
                  <c:v>9.665621</c:v>
                </c:pt>
                <c:pt idx="3605">
                  <c:v>8.092453</c:v>
                </c:pt>
                <c:pt idx="3606">
                  <c:v>7.864622</c:v>
                </c:pt>
                <c:pt idx="3607">
                  <c:v>6.930041</c:v>
                </c:pt>
                <c:pt idx="3608">
                  <c:v>6.693433</c:v>
                </c:pt>
                <c:pt idx="3609">
                  <c:v>7.155802</c:v>
                </c:pt>
                <c:pt idx="3610">
                  <c:v>6.336078</c:v>
                </c:pt>
                <c:pt idx="3611">
                  <c:v>6.768639</c:v>
                </c:pt>
                <c:pt idx="3612">
                  <c:v>6.277316</c:v>
                </c:pt>
                <c:pt idx="3613">
                  <c:v>5.875545</c:v>
                </c:pt>
                <c:pt idx="3614">
                  <c:v>6.892433</c:v>
                </c:pt>
                <c:pt idx="3615">
                  <c:v>6.107036</c:v>
                </c:pt>
                <c:pt idx="3616">
                  <c:v>5.552629</c:v>
                </c:pt>
                <c:pt idx="3617">
                  <c:v>6.104577</c:v>
                </c:pt>
                <c:pt idx="3618">
                  <c:v>5.405365</c:v>
                </c:pt>
                <c:pt idx="3619">
                  <c:v>5.06979</c:v>
                </c:pt>
                <c:pt idx="3620">
                  <c:v>5.162025</c:v>
                </c:pt>
                <c:pt idx="3621">
                  <c:v>5.359029</c:v>
                </c:pt>
                <c:pt idx="3622">
                  <c:v>4.684291</c:v>
                </c:pt>
                <c:pt idx="3623">
                  <c:v>4.971594</c:v>
                </c:pt>
                <c:pt idx="3624">
                  <c:v>5.041608</c:v>
                </c:pt>
                <c:pt idx="3625">
                  <c:v>4.686788</c:v>
                </c:pt>
                <c:pt idx="3626">
                  <c:v>4.899243</c:v>
                </c:pt>
                <c:pt idx="3627">
                  <c:v>5.385705</c:v>
                </c:pt>
                <c:pt idx="3628">
                  <c:v>4.764319</c:v>
                </c:pt>
                <c:pt idx="3629">
                  <c:v>4.888652</c:v>
                </c:pt>
                <c:pt idx="3630">
                  <c:v>5.123265</c:v>
                </c:pt>
                <c:pt idx="3631">
                  <c:v>4.647931</c:v>
                </c:pt>
                <c:pt idx="3632">
                  <c:v>5.190659</c:v>
                </c:pt>
                <c:pt idx="3633">
                  <c:v>5.875668</c:v>
                </c:pt>
                <c:pt idx="3634">
                  <c:v>5.062469</c:v>
                </c:pt>
                <c:pt idx="3635">
                  <c:v>5.46097</c:v>
                </c:pt>
                <c:pt idx="3636">
                  <c:v>6.13446</c:v>
                </c:pt>
                <c:pt idx="3637">
                  <c:v>5.259559</c:v>
                </c:pt>
                <c:pt idx="3638">
                  <c:v>6.334132</c:v>
                </c:pt>
                <c:pt idx="3639">
                  <c:v>8.738492</c:v>
                </c:pt>
                <c:pt idx="3640">
                  <c:v>7.2794</c:v>
                </c:pt>
                <c:pt idx="3641">
                  <c:v>7.386814</c:v>
                </c:pt>
                <c:pt idx="3642">
                  <c:v>7.934328</c:v>
                </c:pt>
                <c:pt idx="3643">
                  <c:v>8.554257</c:v>
                </c:pt>
                <c:pt idx="3644">
                  <c:v>9.503702</c:v>
                </c:pt>
                <c:pt idx="3645">
                  <c:v>7.727923</c:v>
                </c:pt>
                <c:pt idx="3646">
                  <c:v>8.971965</c:v>
                </c:pt>
                <c:pt idx="3647">
                  <c:v>10.863705</c:v>
                </c:pt>
                <c:pt idx="3648">
                  <c:v>10.485846</c:v>
                </c:pt>
                <c:pt idx="3649">
                  <c:v>9.747507</c:v>
                </c:pt>
                <c:pt idx="3650">
                  <c:v>8.637125</c:v>
                </c:pt>
                <c:pt idx="3651">
                  <c:v>8.068163</c:v>
                </c:pt>
                <c:pt idx="3652">
                  <c:v>8.74901</c:v>
                </c:pt>
                <c:pt idx="3653">
                  <c:v>8.493622</c:v>
                </c:pt>
                <c:pt idx="3654">
                  <c:v>7.853787</c:v>
                </c:pt>
                <c:pt idx="3655">
                  <c:v>7.866678</c:v>
                </c:pt>
                <c:pt idx="3656">
                  <c:v>9.343805</c:v>
                </c:pt>
                <c:pt idx="3657">
                  <c:v>7.378134</c:v>
                </c:pt>
                <c:pt idx="3658">
                  <c:v>10.836528</c:v>
                </c:pt>
                <c:pt idx="3659">
                  <c:v>11.461146</c:v>
                </c:pt>
                <c:pt idx="3660">
                  <c:v>9.086176</c:v>
                </c:pt>
                <c:pt idx="3661">
                  <c:v>9.00578</c:v>
                </c:pt>
                <c:pt idx="3662">
                  <c:v>8.030176</c:v>
                </c:pt>
                <c:pt idx="3663">
                  <c:v>8.844426</c:v>
                </c:pt>
                <c:pt idx="3664">
                  <c:v>7.893402</c:v>
                </c:pt>
                <c:pt idx="3665">
                  <c:v>7.51176</c:v>
                </c:pt>
                <c:pt idx="3666">
                  <c:v>7.933155</c:v>
                </c:pt>
                <c:pt idx="3667">
                  <c:v>9.223512</c:v>
                </c:pt>
                <c:pt idx="3668">
                  <c:v>9.048212</c:v>
                </c:pt>
                <c:pt idx="3669">
                  <c:v>7.874403</c:v>
                </c:pt>
                <c:pt idx="3670">
                  <c:v>9.184666</c:v>
                </c:pt>
                <c:pt idx="3671">
                  <c:v>8.390124</c:v>
                </c:pt>
                <c:pt idx="3672">
                  <c:v>8.757014</c:v>
                </c:pt>
                <c:pt idx="3673">
                  <c:v>9.415496</c:v>
                </c:pt>
                <c:pt idx="3674">
                  <c:v>9.534797</c:v>
                </c:pt>
                <c:pt idx="3675">
                  <c:v>9.702996</c:v>
                </c:pt>
                <c:pt idx="3676">
                  <c:v>8.384885</c:v>
                </c:pt>
                <c:pt idx="3677">
                  <c:v>9.165859</c:v>
                </c:pt>
                <c:pt idx="3678">
                  <c:v>9.929527</c:v>
                </c:pt>
                <c:pt idx="3679">
                  <c:v>10.114863</c:v>
                </c:pt>
                <c:pt idx="3680">
                  <c:v>10.049697</c:v>
                </c:pt>
                <c:pt idx="3681">
                  <c:v>9.738006</c:v>
                </c:pt>
                <c:pt idx="3682">
                  <c:v>10.401579</c:v>
                </c:pt>
                <c:pt idx="3683">
                  <c:v>9.075501</c:v>
                </c:pt>
                <c:pt idx="3684">
                  <c:v>10.082103</c:v>
                </c:pt>
                <c:pt idx="3685">
                  <c:v>9.346388</c:v>
                </c:pt>
                <c:pt idx="3686">
                  <c:v>8.959416</c:v>
                </c:pt>
                <c:pt idx="3687">
                  <c:v>8.190842</c:v>
                </c:pt>
                <c:pt idx="3688">
                  <c:v>8.926119</c:v>
                </c:pt>
                <c:pt idx="3689">
                  <c:v>7.420186</c:v>
                </c:pt>
                <c:pt idx="3690">
                  <c:v>8.130623</c:v>
                </c:pt>
                <c:pt idx="3691">
                  <c:v>10.260914</c:v>
                </c:pt>
                <c:pt idx="3692">
                  <c:v>10.271701</c:v>
                </c:pt>
                <c:pt idx="3693">
                  <c:v>10.468582</c:v>
                </c:pt>
                <c:pt idx="3694">
                  <c:v>10.359161</c:v>
                </c:pt>
                <c:pt idx="3695">
                  <c:v>11.069267</c:v>
                </c:pt>
                <c:pt idx="3696">
                  <c:v>11.708329</c:v>
                </c:pt>
                <c:pt idx="3697">
                  <c:v>10.988785</c:v>
                </c:pt>
                <c:pt idx="3698">
                  <c:v>11.044625</c:v>
                </c:pt>
                <c:pt idx="3699">
                  <c:v>8.830949</c:v>
                </c:pt>
                <c:pt idx="3700">
                  <c:v>10.737181</c:v>
                </c:pt>
                <c:pt idx="3701">
                  <c:v>10.344874</c:v>
                </c:pt>
                <c:pt idx="3702">
                  <c:v>13.069191</c:v>
                </c:pt>
                <c:pt idx="3703">
                  <c:v>10.653615</c:v>
                </c:pt>
                <c:pt idx="3704">
                  <c:v>12.743187</c:v>
                </c:pt>
                <c:pt idx="3705">
                  <c:v>14.035235</c:v>
                </c:pt>
                <c:pt idx="3706">
                  <c:v>10.843971</c:v>
                </c:pt>
                <c:pt idx="3707">
                  <c:v>11.815941</c:v>
                </c:pt>
                <c:pt idx="3708">
                  <c:v>11.532175</c:v>
                </c:pt>
                <c:pt idx="3709">
                  <c:v>12.461271</c:v>
                </c:pt>
                <c:pt idx="3710">
                  <c:v>12.335899</c:v>
                </c:pt>
                <c:pt idx="3711">
                  <c:v>12.466474</c:v>
                </c:pt>
                <c:pt idx="3712">
                  <c:v>14.592347</c:v>
                </c:pt>
                <c:pt idx="3713">
                  <c:v>14.203813</c:v>
                </c:pt>
                <c:pt idx="3714">
                  <c:v>13.343333</c:v>
                </c:pt>
                <c:pt idx="3715">
                  <c:v>12.174972</c:v>
                </c:pt>
                <c:pt idx="3716">
                  <c:v>13.561284</c:v>
                </c:pt>
                <c:pt idx="3717">
                  <c:v>13.1228</c:v>
                </c:pt>
                <c:pt idx="3718">
                  <c:v>14.714283</c:v>
                </c:pt>
                <c:pt idx="3719">
                  <c:v>13.624356</c:v>
                </c:pt>
                <c:pt idx="3720">
                  <c:v>13.119284</c:v>
                </c:pt>
                <c:pt idx="3721">
                  <c:v>17.210314</c:v>
                </c:pt>
                <c:pt idx="3722">
                  <c:v>13.493556</c:v>
                </c:pt>
                <c:pt idx="3723">
                  <c:v>14.16941</c:v>
                </c:pt>
                <c:pt idx="3724">
                  <c:v>15.314659</c:v>
                </c:pt>
                <c:pt idx="3725">
                  <c:v>15.721594</c:v>
                </c:pt>
                <c:pt idx="3726">
                  <c:v>15.782468</c:v>
                </c:pt>
                <c:pt idx="3727">
                  <c:v>14.788688</c:v>
                </c:pt>
                <c:pt idx="3728">
                  <c:v>16.004405</c:v>
                </c:pt>
                <c:pt idx="3729">
                  <c:v>15.702792</c:v>
                </c:pt>
                <c:pt idx="3730">
                  <c:v>18.808397</c:v>
                </c:pt>
                <c:pt idx="3731">
                  <c:v>13.078911</c:v>
                </c:pt>
                <c:pt idx="3732">
                  <c:v>13.230678</c:v>
                </c:pt>
                <c:pt idx="3733">
                  <c:v>26.966387</c:v>
                </c:pt>
                <c:pt idx="3734">
                  <c:v>25.545013</c:v>
                </c:pt>
                <c:pt idx="3735">
                  <c:v>15.42172</c:v>
                </c:pt>
                <c:pt idx="3736">
                  <c:v>15.036563</c:v>
                </c:pt>
                <c:pt idx="3737">
                  <c:v>10.888093</c:v>
                </c:pt>
                <c:pt idx="3738">
                  <c:v>12.518566</c:v>
                </c:pt>
                <c:pt idx="3739">
                  <c:v>12.705508</c:v>
                </c:pt>
                <c:pt idx="3740">
                  <c:v>12.650736</c:v>
                </c:pt>
                <c:pt idx="3741">
                  <c:v>10.366593</c:v>
                </c:pt>
                <c:pt idx="3742">
                  <c:v>10.911695</c:v>
                </c:pt>
                <c:pt idx="3743">
                  <c:v>10.998863</c:v>
                </c:pt>
                <c:pt idx="3744">
                  <c:v>10.166505</c:v>
                </c:pt>
                <c:pt idx="3745">
                  <c:v>10.347557</c:v>
                </c:pt>
                <c:pt idx="3746">
                  <c:v>9.008009</c:v>
                </c:pt>
                <c:pt idx="3747">
                  <c:v>8.164474</c:v>
                </c:pt>
                <c:pt idx="3748">
                  <c:v>8.087544</c:v>
                </c:pt>
                <c:pt idx="3749">
                  <c:v>8.128189</c:v>
                </c:pt>
                <c:pt idx="3750">
                  <c:v>7.457308</c:v>
                </c:pt>
                <c:pt idx="3751">
                  <c:v>7.685897</c:v>
                </c:pt>
                <c:pt idx="3752">
                  <c:v>7.327539</c:v>
                </c:pt>
                <c:pt idx="3753">
                  <c:v>5.843373</c:v>
                </c:pt>
                <c:pt idx="3754">
                  <c:v>8.68092</c:v>
                </c:pt>
                <c:pt idx="3755">
                  <c:v>7.356994</c:v>
                </c:pt>
                <c:pt idx="3756">
                  <c:v>7.838767</c:v>
                </c:pt>
                <c:pt idx="3757">
                  <c:v>9.864534</c:v>
                </c:pt>
                <c:pt idx="3758">
                  <c:v>8.423916</c:v>
                </c:pt>
                <c:pt idx="3759">
                  <c:v>6.650916</c:v>
                </c:pt>
                <c:pt idx="3760">
                  <c:v>6.911714</c:v>
                </c:pt>
                <c:pt idx="3761">
                  <c:v>6.341622</c:v>
                </c:pt>
                <c:pt idx="3762">
                  <c:v>6.635797</c:v>
                </c:pt>
                <c:pt idx="3763">
                  <c:v>5.969285</c:v>
                </c:pt>
                <c:pt idx="3764">
                  <c:v>5.832159</c:v>
                </c:pt>
                <c:pt idx="3765">
                  <c:v>5.455266</c:v>
                </c:pt>
                <c:pt idx="3766">
                  <c:v>5.673179</c:v>
                </c:pt>
                <c:pt idx="3767">
                  <c:v>5.592393</c:v>
                </c:pt>
                <c:pt idx="3768">
                  <c:v>6.427445</c:v>
                </c:pt>
                <c:pt idx="3769">
                  <c:v>8.280888</c:v>
                </c:pt>
                <c:pt idx="3770">
                  <c:v>6.444779</c:v>
                </c:pt>
                <c:pt idx="3771">
                  <c:v>6.224625</c:v>
                </c:pt>
                <c:pt idx="3772">
                  <c:v>5.710984</c:v>
                </c:pt>
                <c:pt idx="3773">
                  <c:v>6.316173</c:v>
                </c:pt>
                <c:pt idx="3774">
                  <c:v>5.595466</c:v>
                </c:pt>
                <c:pt idx="3775">
                  <c:v>5.930637</c:v>
                </c:pt>
                <c:pt idx="3776">
                  <c:v>5.837105</c:v>
                </c:pt>
                <c:pt idx="3777">
                  <c:v>5.752082</c:v>
                </c:pt>
                <c:pt idx="3778">
                  <c:v>6.288408</c:v>
                </c:pt>
                <c:pt idx="3779">
                  <c:v>6.947658</c:v>
                </c:pt>
                <c:pt idx="3780">
                  <c:v>6.80184</c:v>
                </c:pt>
                <c:pt idx="3781">
                  <c:v>7.189665</c:v>
                </c:pt>
                <c:pt idx="3782">
                  <c:v>7.312505</c:v>
                </c:pt>
                <c:pt idx="3783">
                  <c:v>6.735412</c:v>
                </c:pt>
                <c:pt idx="3784">
                  <c:v>7.68292</c:v>
                </c:pt>
                <c:pt idx="3785">
                  <c:v>9.008879</c:v>
                </c:pt>
                <c:pt idx="3786">
                  <c:v>8.662958</c:v>
                </c:pt>
                <c:pt idx="3787">
                  <c:v>8.527447</c:v>
                </c:pt>
                <c:pt idx="3788">
                  <c:v>8.786325</c:v>
                </c:pt>
                <c:pt idx="3789">
                  <c:v>9.372231</c:v>
                </c:pt>
                <c:pt idx="3790">
                  <c:v>8.418246</c:v>
                </c:pt>
                <c:pt idx="3791">
                  <c:v>7.837125</c:v>
                </c:pt>
                <c:pt idx="3792">
                  <c:v>9.999321</c:v>
                </c:pt>
                <c:pt idx="3793">
                  <c:v>14.319468</c:v>
                </c:pt>
                <c:pt idx="3794">
                  <c:v>8.646333</c:v>
                </c:pt>
                <c:pt idx="3795">
                  <c:v>7.714286</c:v>
                </c:pt>
                <c:pt idx="3796">
                  <c:v>8.171549</c:v>
                </c:pt>
                <c:pt idx="3797">
                  <c:v>8.853132</c:v>
                </c:pt>
                <c:pt idx="3798">
                  <c:v>7.658079</c:v>
                </c:pt>
                <c:pt idx="3799">
                  <c:v>9.044588</c:v>
                </c:pt>
                <c:pt idx="3800">
                  <c:v>8.240902</c:v>
                </c:pt>
                <c:pt idx="3801">
                  <c:v>8.324762</c:v>
                </c:pt>
                <c:pt idx="3802">
                  <c:v>7.683593</c:v>
                </c:pt>
                <c:pt idx="3803">
                  <c:v>7.655972</c:v>
                </c:pt>
                <c:pt idx="3804">
                  <c:v>9.314984</c:v>
                </c:pt>
                <c:pt idx="3805">
                  <c:v>8.760871</c:v>
                </c:pt>
                <c:pt idx="3806">
                  <c:v>7.917581</c:v>
                </c:pt>
                <c:pt idx="3807">
                  <c:v>8.945951</c:v>
                </c:pt>
                <c:pt idx="3808">
                  <c:v>8.790339</c:v>
                </c:pt>
                <c:pt idx="3809">
                  <c:v>7.795575</c:v>
                </c:pt>
                <c:pt idx="3810">
                  <c:v>8.565313</c:v>
                </c:pt>
                <c:pt idx="3811">
                  <c:v>7.565519</c:v>
                </c:pt>
                <c:pt idx="3812">
                  <c:v>7.397331</c:v>
                </c:pt>
                <c:pt idx="3813">
                  <c:v>6.766581</c:v>
                </c:pt>
                <c:pt idx="3814">
                  <c:v>8.024446</c:v>
                </c:pt>
                <c:pt idx="3815">
                  <c:v>9.610675</c:v>
                </c:pt>
                <c:pt idx="3816">
                  <c:v>18.574874</c:v>
                </c:pt>
                <c:pt idx="3817">
                  <c:v>13.515072</c:v>
                </c:pt>
                <c:pt idx="3818">
                  <c:v>13.92617</c:v>
                </c:pt>
                <c:pt idx="3819">
                  <c:v>13.051243</c:v>
                </c:pt>
                <c:pt idx="3820">
                  <c:v>8.654144</c:v>
                </c:pt>
                <c:pt idx="3821">
                  <c:v>8.660093</c:v>
                </c:pt>
                <c:pt idx="3822">
                  <c:v>8.395828</c:v>
                </c:pt>
                <c:pt idx="3823">
                  <c:v>12.936412</c:v>
                </c:pt>
                <c:pt idx="3824">
                  <c:v>8.164742</c:v>
                </c:pt>
                <c:pt idx="3825">
                  <c:v>10.031371</c:v>
                </c:pt>
                <c:pt idx="3826">
                  <c:v>9.510703</c:v>
                </c:pt>
                <c:pt idx="3827">
                  <c:v>10.850214</c:v>
                </c:pt>
                <c:pt idx="3828">
                  <c:v>10.119417</c:v>
                </c:pt>
                <c:pt idx="3829">
                  <c:v>9.370957</c:v>
                </c:pt>
                <c:pt idx="3830">
                  <c:v>8.956994</c:v>
                </c:pt>
                <c:pt idx="3831">
                  <c:v>9.284013</c:v>
                </c:pt>
                <c:pt idx="3832">
                  <c:v>8.853522</c:v>
                </c:pt>
                <c:pt idx="3833">
                  <c:v>8.002214</c:v>
                </c:pt>
                <c:pt idx="3834">
                  <c:v>8.669248</c:v>
                </c:pt>
                <c:pt idx="3835">
                  <c:v>9.853723</c:v>
                </c:pt>
                <c:pt idx="3836">
                  <c:v>9.676331</c:v>
                </c:pt>
                <c:pt idx="3837">
                  <c:v>8.06318</c:v>
                </c:pt>
                <c:pt idx="3838">
                  <c:v>9.695184</c:v>
                </c:pt>
                <c:pt idx="3839">
                  <c:v>9.40514</c:v>
                </c:pt>
                <c:pt idx="3840">
                  <c:v>10.39573</c:v>
                </c:pt>
                <c:pt idx="3841">
                  <c:v>10.590775</c:v>
                </c:pt>
                <c:pt idx="3842">
                  <c:v>9.708491</c:v>
                </c:pt>
                <c:pt idx="3843">
                  <c:v>10.227237</c:v>
                </c:pt>
                <c:pt idx="3844">
                  <c:v>11.133061</c:v>
                </c:pt>
                <c:pt idx="3845">
                  <c:v>10.04856</c:v>
                </c:pt>
                <c:pt idx="3846">
                  <c:v>10.110801</c:v>
                </c:pt>
                <c:pt idx="3847">
                  <c:v>11.524131</c:v>
                </c:pt>
                <c:pt idx="3848">
                  <c:v>10.402303</c:v>
                </c:pt>
                <c:pt idx="3849">
                  <c:v>11.030432</c:v>
                </c:pt>
                <c:pt idx="3850">
                  <c:v>10.636632</c:v>
                </c:pt>
                <c:pt idx="3851">
                  <c:v>11.016609</c:v>
                </c:pt>
                <c:pt idx="3852">
                  <c:v>12.446567</c:v>
                </c:pt>
                <c:pt idx="3853">
                  <c:v>12.876349</c:v>
                </c:pt>
                <c:pt idx="3854">
                  <c:v>12.180274</c:v>
                </c:pt>
                <c:pt idx="3855">
                  <c:v>12.499248</c:v>
                </c:pt>
                <c:pt idx="3856">
                  <c:v>12.64274</c:v>
                </c:pt>
                <c:pt idx="3857">
                  <c:v>12.388014</c:v>
                </c:pt>
                <c:pt idx="3858">
                  <c:v>13.536831</c:v>
                </c:pt>
                <c:pt idx="3859">
                  <c:v>17.418277</c:v>
                </c:pt>
                <c:pt idx="3860">
                  <c:v>14.099325</c:v>
                </c:pt>
                <c:pt idx="3861">
                  <c:v>11.9633</c:v>
                </c:pt>
                <c:pt idx="3862">
                  <c:v>11.470974</c:v>
                </c:pt>
                <c:pt idx="3863">
                  <c:v>10.996889</c:v>
                </c:pt>
                <c:pt idx="3864">
                  <c:v>13.13563</c:v>
                </c:pt>
                <c:pt idx="3865">
                  <c:v>14.098995</c:v>
                </c:pt>
                <c:pt idx="3866">
                  <c:v>23.272587</c:v>
                </c:pt>
                <c:pt idx="3867">
                  <c:v>15.565836</c:v>
                </c:pt>
                <c:pt idx="3868">
                  <c:v>15.929508</c:v>
                </c:pt>
                <c:pt idx="3869">
                  <c:v>16.514668</c:v>
                </c:pt>
                <c:pt idx="3870">
                  <c:v>18.625618</c:v>
                </c:pt>
                <c:pt idx="3871">
                  <c:v>38.272918</c:v>
                </c:pt>
                <c:pt idx="3872">
                  <c:v>14.124518</c:v>
                </c:pt>
                <c:pt idx="3873">
                  <c:v>14.357489</c:v>
                </c:pt>
                <c:pt idx="3874">
                  <c:v>13.431134</c:v>
                </c:pt>
                <c:pt idx="3875">
                  <c:v>14.484564</c:v>
                </c:pt>
                <c:pt idx="3876">
                  <c:v>13.361157</c:v>
                </c:pt>
                <c:pt idx="3877">
                  <c:v>11.908799</c:v>
                </c:pt>
                <c:pt idx="3878">
                  <c:v>12.543604</c:v>
                </c:pt>
                <c:pt idx="3879">
                  <c:v>14.70941</c:v>
                </c:pt>
                <c:pt idx="3880">
                  <c:v>17.111644</c:v>
                </c:pt>
                <c:pt idx="3881">
                  <c:v>14.169841</c:v>
                </c:pt>
                <c:pt idx="3882">
                  <c:v>11.034524</c:v>
                </c:pt>
                <c:pt idx="3883">
                  <c:v>10.480986</c:v>
                </c:pt>
                <c:pt idx="3884">
                  <c:v>11.415225</c:v>
                </c:pt>
                <c:pt idx="3885">
                  <c:v>11.459774</c:v>
                </c:pt>
                <c:pt idx="3886">
                  <c:v>10.246693</c:v>
                </c:pt>
                <c:pt idx="3887">
                  <c:v>10.565986</c:v>
                </c:pt>
                <c:pt idx="3888">
                  <c:v>10.001331</c:v>
                </c:pt>
                <c:pt idx="3889">
                  <c:v>11.048053</c:v>
                </c:pt>
                <c:pt idx="3890">
                  <c:v>8.466811</c:v>
                </c:pt>
                <c:pt idx="3891">
                  <c:v>9.408605</c:v>
                </c:pt>
                <c:pt idx="3892">
                  <c:v>8.194431</c:v>
                </c:pt>
                <c:pt idx="3893">
                  <c:v>7.055745</c:v>
                </c:pt>
                <c:pt idx="3894">
                  <c:v>8.509306</c:v>
                </c:pt>
                <c:pt idx="3895">
                  <c:v>6.862672</c:v>
                </c:pt>
                <c:pt idx="3896">
                  <c:v>6.824904</c:v>
                </c:pt>
                <c:pt idx="3897">
                  <c:v>7.634614</c:v>
                </c:pt>
                <c:pt idx="3898">
                  <c:v>7.683057</c:v>
                </c:pt>
                <c:pt idx="3899">
                  <c:v>6.350329</c:v>
                </c:pt>
                <c:pt idx="3900">
                  <c:v>5.623721</c:v>
                </c:pt>
                <c:pt idx="3901">
                  <c:v>5.015753</c:v>
                </c:pt>
                <c:pt idx="3902">
                  <c:v>5.218242</c:v>
                </c:pt>
                <c:pt idx="3903">
                  <c:v>5.795836</c:v>
                </c:pt>
                <c:pt idx="3904">
                  <c:v>5.040274</c:v>
                </c:pt>
                <c:pt idx="3905">
                  <c:v>4.795733</c:v>
                </c:pt>
                <c:pt idx="3906">
                  <c:v>4.798854</c:v>
                </c:pt>
                <c:pt idx="3907">
                  <c:v>4.481631</c:v>
                </c:pt>
                <c:pt idx="3908">
                  <c:v>4.831175</c:v>
                </c:pt>
                <c:pt idx="3909">
                  <c:v>5.420326</c:v>
                </c:pt>
                <c:pt idx="3910">
                  <c:v>5.346774</c:v>
                </c:pt>
                <c:pt idx="3911">
                  <c:v>4.662634</c:v>
                </c:pt>
                <c:pt idx="3912">
                  <c:v>4.56827</c:v>
                </c:pt>
                <c:pt idx="3913">
                  <c:v>4.964188</c:v>
                </c:pt>
                <c:pt idx="3914">
                  <c:v>4.501867</c:v>
                </c:pt>
                <c:pt idx="3915">
                  <c:v>4.957882</c:v>
                </c:pt>
                <c:pt idx="3916">
                  <c:v>4.727997</c:v>
                </c:pt>
                <c:pt idx="3917">
                  <c:v>4.405091</c:v>
                </c:pt>
                <c:pt idx="3918">
                  <c:v>5.865702</c:v>
                </c:pt>
                <c:pt idx="3919">
                  <c:v>5.286432</c:v>
                </c:pt>
                <c:pt idx="3920">
                  <c:v>6.16684</c:v>
                </c:pt>
                <c:pt idx="3921">
                  <c:v>5.800707</c:v>
                </c:pt>
                <c:pt idx="3922">
                  <c:v>7.620854</c:v>
                </c:pt>
                <c:pt idx="3923">
                  <c:v>5.474436</c:v>
                </c:pt>
                <c:pt idx="3924">
                  <c:v>7.054827</c:v>
                </c:pt>
                <c:pt idx="3925">
                  <c:v>6.240049</c:v>
                </c:pt>
                <c:pt idx="3926">
                  <c:v>8.542102</c:v>
                </c:pt>
                <c:pt idx="3927">
                  <c:v>7.491891</c:v>
                </c:pt>
                <c:pt idx="3928">
                  <c:v>7.077107</c:v>
                </c:pt>
                <c:pt idx="3929">
                  <c:v>7.491241</c:v>
                </c:pt>
                <c:pt idx="3930">
                  <c:v>8.165098</c:v>
                </c:pt>
                <c:pt idx="3931">
                  <c:v>9.106743</c:v>
                </c:pt>
                <c:pt idx="3932">
                  <c:v>8.156333</c:v>
                </c:pt>
                <c:pt idx="3933">
                  <c:v>8.479543</c:v>
                </c:pt>
                <c:pt idx="3934">
                  <c:v>7.956122</c:v>
                </c:pt>
                <c:pt idx="3935">
                  <c:v>8.761179</c:v>
                </c:pt>
                <c:pt idx="3936">
                  <c:v>10.388211</c:v>
                </c:pt>
                <c:pt idx="3937">
                  <c:v>9.381792</c:v>
                </c:pt>
                <c:pt idx="3938">
                  <c:v>7.383154</c:v>
                </c:pt>
                <c:pt idx="3939">
                  <c:v>8.309962</c:v>
                </c:pt>
                <c:pt idx="3940">
                  <c:v>8.617379</c:v>
                </c:pt>
                <c:pt idx="3941">
                  <c:v>8.475087</c:v>
                </c:pt>
                <c:pt idx="3942">
                  <c:v>7.806053</c:v>
                </c:pt>
                <c:pt idx="3943">
                  <c:v>7.196569</c:v>
                </c:pt>
                <c:pt idx="3944">
                  <c:v>7.544754</c:v>
                </c:pt>
                <c:pt idx="3945">
                  <c:v>8.139549</c:v>
                </c:pt>
                <c:pt idx="3946">
                  <c:v>8.378104</c:v>
                </c:pt>
                <c:pt idx="3947">
                  <c:v>7.663895</c:v>
                </c:pt>
                <c:pt idx="3948">
                  <c:v>7.964275</c:v>
                </c:pt>
                <c:pt idx="3949">
                  <c:v>7.819914</c:v>
                </c:pt>
                <c:pt idx="3950">
                  <c:v>7.075075</c:v>
                </c:pt>
                <c:pt idx="3951">
                  <c:v>7.846932</c:v>
                </c:pt>
                <c:pt idx="3952">
                  <c:v>7.682296</c:v>
                </c:pt>
                <c:pt idx="3953">
                  <c:v>7.771704</c:v>
                </c:pt>
                <c:pt idx="3954">
                  <c:v>6.737824</c:v>
                </c:pt>
                <c:pt idx="3955">
                  <c:v>9.146545</c:v>
                </c:pt>
                <c:pt idx="3956">
                  <c:v>8.161599</c:v>
                </c:pt>
                <c:pt idx="3957">
                  <c:v>5.63388</c:v>
                </c:pt>
                <c:pt idx="3958">
                  <c:v>7.545122</c:v>
                </c:pt>
                <c:pt idx="3959">
                  <c:v>11.112631</c:v>
                </c:pt>
                <c:pt idx="3960">
                  <c:v>6.094585</c:v>
                </c:pt>
                <c:pt idx="3961">
                  <c:v>7.535694</c:v>
                </c:pt>
                <c:pt idx="3962">
                  <c:v>8.017665</c:v>
                </c:pt>
                <c:pt idx="3963">
                  <c:v>8.367183</c:v>
                </c:pt>
                <c:pt idx="3964">
                  <c:v>7.703525</c:v>
                </c:pt>
                <c:pt idx="3965">
                  <c:v>8.907057</c:v>
                </c:pt>
                <c:pt idx="3966">
                  <c:v>10.386585</c:v>
                </c:pt>
                <c:pt idx="3967">
                  <c:v>7.801353</c:v>
                </c:pt>
                <c:pt idx="3968">
                  <c:v>8.893654</c:v>
                </c:pt>
                <c:pt idx="3969">
                  <c:v>9.046695</c:v>
                </c:pt>
                <c:pt idx="3970">
                  <c:v>9.825824</c:v>
                </c:pt>
                <c:pt idx="3971">
                  <c:v>8.701926</c:v>
                </c:pt>
                <c:pt idx="3972">
                  <c:v>9.084315</c:v>
                </c:pt>
                <c:pt idx="3973">
                  <c:v>9.623532</c:v>
                </c:pt>
                <c:pt idx="3974">
                  <c:v>8.874751</c:v>
                </c:pt>
                <c:pt idx="3975">
                  <c:v>9.891282</c:v>
                </c:pt>
                <c:pt idx="3976">
                  <c:v>8.299568</c:v>
                </c:pt>
                <c:pt idx="3977">
                  <c:v>9.92222</c:v>
                </c:pt>
                <c:pt idx="3978">
                  <c:v>10.995299</c:v>
                </c:pt>
                <c:pt idx="3979">
                  <c:v>11.124689</c:v>
                </c:pt>
                <c:pt idx="3980">
                  <c:v>9.401933</c:v>
                </c:pt>
                <c:pt idx="3981">
                  <c:v>8.786581</c:v>
                </c:pt>
                <c:pt idx="3982">
                  <c:v>12.430545</c:v>
                </c:pt>
                <c:pt idx="3983">
                  <c:v>11.249267</c:v>
                </c:pt>
                <c:pt idx="3984">
                  <c:v>13.335158</c:v>
                </c:pt>
                <c:pt idx="3985">
                  <c:v>10.670681</c:v>
                </c:pt>
                <c:pt idx="3986">
                  <c:v>10.871773</c:v>
                </c:pt>
                <c:pt idx="3987">
                  <c:v>10.911866</c:v>
                </c:pt>
                <c:pt idx="3988">
                  <c:v>10.758115</c:v>
                </c:pt>
                <c:pt idx="3989">
                  <c:v>11.025561</c:v>
                </c:pt>
                <c:pt idx="3990">
                  <c:v>10.673643</c:v>
                </c:pt>
                <c:pt idx="3991">
                  <c:v>11.432682</c:v>
                </c:pt>
                <c:pt idx="3992">
                  <c:v>11.180646</c:v>
                </c:pt>
                <c:pt idx="3993">
                  <c:v>11.260969</c:v>
                </c:pt>
                <c:pt idx="3994">
                  <c:v>11.09222</c:v>
                </c:pt>
                <c:pt idx="3995">
                  <c:v>12.373678</c:v>
                </c:pt>
                <c:pt idx="3996">
                  <c:v>11.061041</c:v>
                </c:pt>
                <c:pt idx="3997">
                  <c:v>10.9934</c:v>
                </c:pt>
                <c:pt idx="3998">
                  <c:v>12.076568</c:v>
                </c:pt>
                <c:pt idx="3999">
                  <c:v>12.228116</c:v>
                </c:pt>
                <c:pt idx="4000">
                  <c:v>13.857426</c:v>
                </c:pt>
                <c:pt idx="4001">
                  <c:v>13.556582</c:v>
                </c:pt>
                <c:pt idx="4002">
                  <c:v>13.777067</c:v>
                </c:pt>
                <c:pt idx="4003">
                  <c:v>14.243954</c:v>
                </c:pt>
                <c:pt idx="4004">
                  <c:v>15.482965</c:v>
                </c:pt>
                <c:pt idx="4005">
                  <c:v>13.531864</c:v>
                </c:pt>
                <c:pt idx="4006">
                  <c:v>12.906109</c:v>
                </c:pt>
                <c:pt idx="4007">
                  <c:v>13.108427</c:v>
                </c:pt>
                <c:pt idx="4008">
                  <c:v>15.324366</c:v>
                </c:pt>
                <c:pt idx="4009">
                  <c:v>14.627948</c:v>
                </c:pt>
                <c:pt idx="4010">
                  <c:v>14.758918</c:v>
                </c:pt>
                <c:pt idx="4011">
                  <c:v>13.924625</c:v>
                </c:pt>
                <c:pt idx="4012">
                  <c:v>13.816831</c:v>
                </c:pt>
                <c:pt idx="4013">
                  <c:v>13.867307</c:v>
                </c:pt>
                <c:pt idx="4014">
                  <c:v>14.083299</c:v>
                </c:pt>
                <c:pt idx="4015">
                  <c:v>15.457296</c:v>
                </c:pt>
                <c:pt idx="4016">
                  <c:v>14.643901</c:v>
                </c:pt>
                <c:pt idx="4017">
                  <c:v>12.655987</c:v>
                </c:pt>
                <c:pt idx="4018">
                  <c:v>13.758729</c:v>
                </c:pt>
                <c:pt idx="4019">
                  <c:v>15.007071</c:v>
                </c:pt>
                <c:pt idx="4020">
                  <c:v>14.696997</c:v>
                </c:pt>
                <c:pt idx="4021">
                  <c:v>13.471597</c:v>
                </c:pt>
                <c:pt idx="4022">
                  <c:v>12.510218</c:v>
                </c:pt>
                <c:pt idx="4023">
                  <c:v>10.825804</c:v>
                </c:pt>
                <c:pt idx="4024">
                  <c:v>14.511084</c:v>
                </c:pt>
                <c:pt idx="4025">
                  <c:v>14.849696</c:v>
                </c:pt>
                <c:pt idx="4026">
                  <c:v>11.721491</c:v>
                </c:pt>
                <c:pt idx="4027">
                  <c:v>9.974201</c:v>
                </c:pt>
                <c:pt idx="4028">
                  <c:v>10.442935</c:v>
                </c:pt>
                <c:pt idx="4029">
                  <c:v>10.35462</c:v>
                </c:pt>
                <c:pt idx="4030">
                  <c:v>9.932821</c:v>
                </c:pt>
                <c:pt idx="4031">
                  <c:v>8.575181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기본 GRU</c:v>
          </c:tx>
          <c:spPr>
            <a:solidFill xmlns:a="http://schemas.openxmlformats.org/drawingml/2006/main">
              <a:srgbClr val="247BA0"/>
            </a:solidFill>
          </c:spPr>
          <c:cat>
            <c:strRef>
              <c:f>'Chart Data'!$A$2:$A$6</c:f>
              <c:strCache>
                <c:ptCount val="5"/>
                <c:pt idx="0">
                  <c:v>1h</c:v>
                </c:pt>
                <c:pt idx="1">
                  <c:v>3h</c:v>
                </c:pt>
                <c:pt idx="2">
                  <c:v>6h</c:v>
                </c:pt>
                <c:pt idx="3">
                  <c:v>12h</c:v>
                </c:pt>
                <c:pt idx="4">
                  <c:v>24h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2.143338</c:v>
                </c:pt>
                <c:pt idx="1">
                  <c:v>2.098234</c:v>
                </c:pt>
                <c:pt idx="2">
                  <c:v>2.098847</c:v>
                </c:pt>
                <c:pt idx="3">
                  <c:v>2.115496</c:v>
                </c:pt>
                <c:pt idx="4">
                  <c:v>2.201979</c:v>
                </c:pt>
              </c:numCache>
            </c:numRef>
          </c:val>
        </c:ser>
        <c:ser>
          <c:idx val="1"/>
          <c:order val="1"/>
          <c:tx>
            <c:v>개선 GRU</c:v>
          </c:tx>
          <c:spPr>
            <a:solidFill xmlns:a="http://schemas.openxmlformats.org/drawingml/2006/main">
              <a:srgbClr val="E17C05"/>
            </a:solidFill>
          </c:spPr>
          <c:cat>
            <c:strRef>
              <c:f>'Chart Data'!$C$2:$C$6</c:f>
              <c:strCache>
                <c:ptCount val="5"/>
                <c:pt idx="0">
                  <c:v>1h</c:v>
                </c:pt>
                <c:pt idx="1">
                  <c:v>3h</c:v>
                </c:pt>
                <c:pt idx="2">
                  <c:v>6h</c:v>
                </c:pt>
                <c:pt idx="3">
                  <c:v>12h</c:v>
                </c:pt>
                <c:pt idx="4">
                  <c:v>24h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1.933288</c:v>
                </c:pt>
                <c:pt idx="1">
                  <c:v>1.844671</c:v>
                </c:pt>
                <c:pt idx="2">
                  <c:v>1.814566</c:v>
                </c:pt>
                <c:pt idx="3">
                  <c:v>1.918426</c:v>
                </c:pt>
                <c:pt idx="4">
                  <c:v>2.007103</c:v>
                </c:pt>
              </c:numCache>
            </c:numRef>
          </c:val>
        </c:ser>
        <c:ser>
          <c:idx val="2"/>
          <c:order val="2"/>
          <c:tx>
            <c:v>Persistence</c:v>
          </c:tx>
          <c:spPr>
            <a:solidFill xmlns:a="http://schemas.openxmlformats.org/drawingml/2006/main">
              <a:srgbClr val="798880"/>
            </a:solidFill>
          </c:spPr>
          <c:cat>
            <c:strRef>
              <c:f>'Chart Data'!$E$2:$E$6</c:f>
              <c:strCache>
                <c:ptCount val="5"/>
                <c:pt idx="0">
                  <c:v>1h</c:v>
                </c:pt>
                <c:pt idx="1">
                  <c:v>3h</c:v>
                </c:pt>
                <c:pt idx="2">
                  <c:v>6h</c:v>
                </c:pt>
                <c:pt idx="3">
                  <c:v>12h</c:v>
                </c:pt>
                <c:pt idx="4">
                  <c:v>24h</c:v>
                </c:pt>
              </c:strCache>
            </c:str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2.9018</c:v>
                </c:pt>
                <c:pt idx="1">
                  <c:v>4.154241</c:v>
                </c:pt>
                <c:pt idx="2">
                  <c:v>5.475035</c:v>
                </c:pt>
                <c:pt idx="3">
                  <c:v>5.688519</c:v>
                </c:pt>
                <c:pt idx="4">
                  <c:v>2.786221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735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실제값</c:v>
          </c:tx>
          <c:spPr>
            <a:ln xmlns:a="http://schemas.openxmlformats.org/drawingml/2006/main" w="14288">
              <a:solidFill>
                <a:srgbClr val="142735"/>
              </a:solidFill>
            </a:ln>
          </c:spPr>
          <c:marker>
            <c:symbol val="none"/>
          </c:marker>
          <c:cat>
            <c:strRef>
              <c:f>'Chart Data'!$A$2:$A$600</c:f>
              <c:strCache>
                <c:ptCount val="599"/>
                <c:pt idx="0">
                  <c:v>11-24T20:10</c:v>
                </c:pt>
                <c:pt idx="1">
                  <c:v>11-24T20:20</c:v>
                </c:pt>
                <c:pt idx="2">
                  <c:v>11-24T20:30</c:v>
                </c:pt>
                <c:pt idx="3">
                  <c:v>11-24T20:40</c:v>
                </c:pt>
                <c:pt idx="4">
                  <c:v>11-24T20:50</c:v>
                </c:pt>
                <c:pt idx="5">
                  <c:v>11-24T21:00</c:v>
                </c:pt>
                <c:pt idx="6">
                  <c:v>11-24T21:10</c:v>
                </c:pt>
                <c:pt idx="7">
                  <c:v>11-24T21:20</c:v>
                </c:pt>
                <c:pt idx="8">
                  <c:v>11-24T21:30</c:v>
                </c:pt>
                <c:pt idx="9">
                  <c:v>11-24T21:40</c:v>
                </c:pt>
                <c:pt idx="10">
                  <c:v>11-24T21:50</c:v>
                </c:pt>
                <c:pt idx="11">
                  <c:v>11-24T22:00</c:v>
                </c:pt>
                <c:pt idx="12">
                  <c:v>11-24T22:10</c:v>
                </c:pt>
                <c:pt idx="13">
                  <c:v>11-24T22:20</c:v>
                </c:pt>
                <c:pt idx="14">
                  <c:v>11-24T22:30</c:v>
                </c:pt>
                <c:pt idx="15">
                  <c:v>11-24T22:40</c:v>
                </c:pt>
                <c:pt idx="16">
                  <c:v>11-24T22:50</c:v>
                </c:pt>
                <c:pt idx="17">
                  <c:v>11-24T23:00</c:v>
                </c:pt>
                <c:pt idx="18">
                  <c:v>11-24T23:10</c:v>
                </c:pt>
                <c:pt idx="19">
                  <c:v>11-24T23:20</c:v>
                </c:pt>
                <c:pt idx="20">
                  <c:v>11-24T23:30</c:v>
                </c:pt>
                <c:pt idx="21">
                  <c:v>11-24T23:40</c:v>
                </c:pt>
                <c:pt idx="22">
                  <c:v>11-24T23:50</c:v>
                </c:pt>
                <c:pt idx="23">
                  <c:v>11-25T00:00</c:v>
                </c:pt>
                <c:pt idx="24">
                  <c:v>11-25T00:10</c:v>
                </c:pt>
                <c:pt idx="25">
                  <c:v>11-25T00:20</c:v>
                </c:pt>
                <c:pt idx="26">
                  <c:v>11-25T00:30</c:v>
                </c:pt>
                <c:pt idx="27">
                  <c:v>11-25T00:40</c:v>
                </c:pt>
                <c:pt idx="28">
                  <c:v>11-25T00:50</c:v>
                </c:pt>
                <c:pt idx="29">
                  <c:v>11-25T01:00</c:v>
                </c:pt>
                <c:pt idx="30">
                  <c:v>11-25T01:10</c:v>
                </c:pt>
                <c:pt idx="31">
                  <c:v>11-25T01:20</c:v>
                </c:pt>
                <c:pt idx="32">
                  <c:v>11-25T01:30</c:v>
                </c:pt>
                <c:pt idx="33">
                  <c:v>11-25T01:40</c:v>
                </c:pt>
                <c:pt idx="34">
                  <c:v>11-25T01:50</c:v>
                </c:pt>
                <c:pt idx="35">
                  <c:v>11-25T02:00</c:v>
                </c:pt>
                <c:pt idx="36">
                  <c:v>11-25T02:10</c:v>
                </c:pt>
                <c:pt idx="37">
                  <c:v>11-25T02:20</c:v>
                </c:pt>
                <c:pt idx="38">
                  <c:v>11-25T02:30</c:v>
                </c:pt>
                <c:pt idx="39">
                  <c:v>11-25T02:40</c:v>
                </c:pt>
                <c:pt idx="40">
                  <c:v>11-25T02:50</c:v>
                </c:pt>
                <c:pt idx="41">
                  <c:v>11-25T03:00</c:v>
                </c:pt>
                <c:pt idx="42">
                  <c:v>11-25T03:10</c:v>
                </c:pt>
                <c:pt idx="43">
                  <c:v>11-25T03:20</c:v>
                </c:pt>
                <c:pt idx="44">
                  <c:v>11-25T03:30</c:v>
                </c:pt>
                <c:pt idx="45">
                  <c:v>11-25T03:40</c:v>
                </c:pt>
                <c:pt idx="46">
                  <c:v>11-25T03:50</c:v>
                </c:pt>
                <c:pt idx="47">
                  <c:v>11-25T04:00</c:v>
                </c:pt>
                <c:pt idx="48">
                  <c:v>11-25T04:10</c:v>
                </c:pt>
                <c:pt idx="49">
                  <c:v>11-25T04:20</c:v>
                </c:pt>
                <c:pt idx="50">
                  <c:v>11-25T04:30</c:v>
                </c:pt>
                <c:pt idx="51">
                  <c:v>11-25T04:40</c:v>
                </c:pt>
                <c:pt idx="52">
                  <c:v>11-25T04:50</c:v>
                </c:pt>
                <c:pt idx="53">
                  <c:v>11-25T05:00</c:v>
                </c:pt>
                <c:pt idx="54">
                  <c:v>11-25T05:10</c:v>
                </c:pt>
                <c:pt idx="55">
                  <c:v>11-25T05:20</c:v>
                </c:pt>
                <c:pt idx="56">
                  <c:v>11-25T05:30</c:v>
                </c:pt>
                <c:pt idx="57">
                  <c:v>11-25T05:40</c:v>
                </c:pt>
                <c:pt idx="58">
                  <c:v>11-25T05:50</c:v>
                </c:pt>
                <c:pt idx="59">
                  <c:v>11-25T06:00</c:v>
                </c:pt>
                <c:pt idx="60">
                  <c:v>11-25T06:10</c:v>
                </c:pt>
                <c:pt idx="61">
                  <c:v>11-25T06:20</c:v>
                </c:pt>
                <c:pt idx="62">
                  <c:v>11-25T06:30</c:v>
                </c:pt>
                <c:pt idx="63">
                  <c:v>11-25T06:40</c:v>
                </c:pt>
                <c:pt idx="64">
                  <c:v>11-25T06:50</c:v>
                </c:pt>
                <c:pt idx="65">
                  <c:v>11-25T07:00</c:v>
                </c:pt>
                <c:pt idx="66">
                  <c:v>11-25T07:10</c:v>
                </c:pt>
                <c:pt idx="67">
                  <c:v>11-25T07:20</c:v>
                </c:pt>
                <c:pt idx="68">
                  <c:v>11-25T07:30</c:v>
                </c:pt>
                <c:pt idx="69">
                  <c:v>11-25T07:40</c:v>
                </c:pt>
                <c:pt idx="70">
                  <c:v>11-25T07:50</c:v>
                </c:pt>
                <c:pt idx="71">
                  <c:v>11-25T08:00</c:v>
                </c:pt>
                <c:pt idx="72">
                  <c:v>11-25T08:10</c:v>
                </c:pt>
                <c:pt idx="73">
                  <c:v>11-25T08:20</c:v>
                </c:pt>
                <c:pt idx="74">
                  <c:v>11-25T08:30</c:v>
                </c:pt>
                <c:pt idx="75">
                  <c:v>11-25T08:40</c:v>
                </c:pt>
                <c:pt idx="76">
                  <c:v>11-25T08:50</c:v>
                </c:pt>
                <c:pt idx="77">
                  <c:v>11-25T09:00</c:v>
                </c:pt>
                <c:pt idx="78">
                  <c:v>11-25T09:10</c:v>
                </c:pt>
                <c:pt idx="79">
                  <c:v>11-25T09:20</c:v>
                </c:pt>
                <c:pt idx="80">
                  <c:v>11-25T09:30</c:v>
                </c:pt>
                <c:pt idx="81">
                  <c:v>11-25T09:40</c:v>
                </c:pt>
                <c:pt idx="82">
                  <c:v>11-25T09:50</c:v>
                </c:pt>
                <c:pt idx="83">
                  <c:v>11-25T10:00</c:v>
                </c:pt>
                <c:pt idx="84">
                  <c:v>11-25T10:10</c:v>
                </c:pt>
                <c:pt idx="85">
                  <c:v>11-25T10:20</c:v>
                </c:pt>
                <c:pt idx="86">
                  <c:v>11-25T10:30</c:v>
                </c:pt>
                <c:pt idx="87">
                  <c:v>11-25T10:40</c:v>
                </c:pt>
                <c:pt idx="88">
                  <c:v>11-25T10:50</c:v>
                </c:pt>
                <c:pt idx="89">
                  <c:v>11-25T11:00</c:v>
                </c:pt>
                <c:pt idx="90">
                  <c:v>11-25T11:10</c:v>
                </c:pt>
                <c:pt idx="91">
                  <c:v>11-25T11:20</c:v>
                </c:pt>
                <c:pt idx="92">
                  <c:v>11-25T11:30</c:v>
                </c:pt>
                <c:pt idx="93">
                  <c:v>11-25T11:40</c:v>
                </c:pt>
                <c:pt idx="94">
                  <c:v>11-25T11:50</c:v>
                </c:pt>
                <c:pt idx="95">
                  <c:v>11-25T12:00</c:v>
                </c:pt>
                <c:pt idx="96">
                  <c:v>11-25T12:10</c:v>
                </c:pt>
                <c:pt idx="97">
                  <c:v>11-25T12:20</c:v>
                </c:pt>
                <c:pt idx="98">
                  <c:v>11-25T12:30</c:v>
                </c:pt>
                <c:pt idx="99">
                  <c:v>11-25T12:40</c:v>
                </c:pt>
                <c:pt idx="100">
                  <c:v>11-25T12:50</c:v>
                </c:pt>
                <c:pt idx="101">
                  <c:v>11-25T13:00</c:v>
                </c:pt>
                <c:pt idx="102">
                  <c:v>11-25T13:10</c:v>
                </c:pt>
                <c:pt idx="103">
                  <c:v>11-25T13:20</c:v>
                </c:pt>
                <c:pt idx="104">
                  <c:v>11-25T13:30</c:v>
                </c:pt>
                <c:pt idx="105">
                  <c:v>11-25T13:40</c:v>
                </c:pt>
                <c:pt idx="106">
                  <c:v>11-25T13:50</c:v>
                </c:pt>
                <c:pt idx="107">
                  <c:v>11-25T14:00</c:v>
                </c:pt>
                <c:pt idx="108">
                  <c:v>11-25T14:10</c:v>
                </c:pt>
                <c:pt idx="109">
                  <c:v>11-25T14:20</c:v>
                </c:pt>
                <c:pt idx="110">
                  <c:v>11-25T14:30</c:v>
                </c:pt>
                <c:pt idx="111">
                  <c:v>11-25T14:40</c:v>
                </c:pt>
                <c:pt idx="112">
                  <c:v>11-25T14:50</c:v>
                </c:pt>
                <c:pt idx="113">
                  <c:v>11-25T15:00</c:v>
                </c:pt>
                <c:pt idx="114">
                  <c:v>11-25T15:10</c:v>
                </c:pt>
                <c:pt idx="115">
                  <c:v>11-25T15:20</c:v>
                </c:pt>
                <c:pt idx="116">
                  <c:v>11-25T15:30</c:v>
                </c:pt>
                <c:pt idx="117">
                  <c:v>11-25T15:40</c:v>
                </c:pt>
                <c:pt idx="118">
                  <c:v>11-25T15:50</c:v>
                </c:pt>
                <c:pt idx="119">
                  <c:v>11-25T16:00</c:v>
                </c:pt>
                <c:pt idx="120">
                  <c:v>11-25T16:10</c:v>
                </c:pt>
                <c:pt idx="121">
                  <c:v>11-25T16:20</c:v>
                </c:pt>
                <c:pt idx="122">
                  <c:v>11-25T16:30</c:v>
                </c:pt>
                <c:pt idx="123">
                  <c:v>11-25T16:40</c:v>
                </c:pt>
                <c:pt idx="124">
                  <c:v>11-25T16:50</c:v>
                </c:pt>
                <c:pt idx="125">
                  <c:v>11-25T17:00</c:v>
                </c:pt>
                <c:pt idx="126">
                  <c:v>11-25T17:10</c:v>
                </c:pt>
                <c:pt idx="127">
                  <c:v>11-25T17:20</c:v>
                </c:pt>
                <c:pt idx="128">
                  <c:v>11-25T17:30</c:v>
                </c:pt>
                <c:pt idx="129">
                  <c:v>11-25T17:40</c:v>
                </c:pt>
                <c:pt idx="130">
                  <c:v>11-25T17:50</c:v>
                </c:pt>
                <c:pt idx="131">
                  <c:v>11-25T18:00</c:v>
                </c:pt>
                <c:pt idx="132">
                  <c:v>11-25T18:10</c:v>
                </c:pt>
                <c:pt idx="133">
                  <c:v>11-25T18:20</c:v>
                </c:pt>
                <c:pt idx="134">
                  <c:v>11-25T18:30</c:v>
                </c:pt>
                <c:pt idx="135">
                  <c:v>11-25T18:40</c:v>
                </c:pt>
                <c:pt idx="136">
                  <c:v>11-25T18:50</c:v>
                </c:pt>
                <c:pt idx="137">
                  <c:v>11-25T19:00</c:v>
                </c:pt>
                <c:pt idx="138">
                  <c:v>11-25T19:10</c:v>
                </c:pt>
                <c:pt idx="139">
                  <c:v>11-25T19:20</c:v>
                </c:pt>
                <c:pt idx="140">
                  <c:v>11-25T19:30</c:v>
                </c:pt>
                <c:pt idx="141">
                  <c:v>11-25T19:40</c:v>
                </c:pt>
                <c:pt idx="142">
                  <c:v>11-25T19:50</c:v>
                </c:pt>
                <c:pt idx="143">
                  <c:v>11-25T20:00</c:v>
                </c:pt>
                <c:pt idx="144">
                  <c:v>11-25T20:10</c:v>
                </c:pt>
                <c:pt idx="145">
                  <c:v>11-25T20:20</c:v>
                </c:pt>
                <c:pt idx="146">
                  <c:v>11-25T20:30</c:v>
                </c:pt>
                <c:pt idx="147">
                  <c:v>11-25T20:40</c:v>
                </c:pt>
                <c:pt idx="148">
                  <c:v>11-25T20:50</c:v>
                </c:pt>
                <c:pt idx="149">
                  <c:v>11-25T21:00</c:v>
                </c:pt>
                <c:pt idx="150">
                  <c:v>11-25T21:10</c:v>
                </c:pt>
                <c:pt idx="151">
                  <c:v>11-25T21:20</c:v>
                </c:pt>
                <c:pt idx="152">
                  <c:v>11-25T21:30</c:v>
                </c:pt>
                <c:pt idx="153">
                  <c:v>11-25T21:40</c:v>
                </c:pt>
                <c:pt idx="154">
                  <c:v>11-25T21:50</c:v>
                </c:pt>
                <c:pt idx="155">
                  <c:v>11-25T22:00</c:v>
                </c:pt>
                <c:pt idx="156">
                  <c:v>11-25T22:10</c:v>
                </c:pt>
                <c:pt idx="157">
                  <c:v>11-25T22:20</c:v>
                </c:pt>
                <c:pt idx="158">
                  <c:v>11-25T22:30</c:v>
                </c:pt>
                <c:pt idx="159">
                  <c:v>11-25T22:40</c:v>
                </c:pt>
                <c:pt idx="160">
                  <c:v>11-25T22:50</c:v>
                </c:pt>
                <c:pt idx="161">
                  <c:v>11-25T23:00</c:v>
                </c:pt>
                <c:pt idx="162">
                  <c:v>11-25T23:10</c:v>
                </c:pt>
                <c:pt idx="163">
                  <c:v>11-25T23:20</c:v>
                </c:pt>
                <c:pt idx="164">
                  <c:v>11-25T23:30</c:v>
                </c:pt>
                <c:pt idx="165">
                  <c:v>11-25T23:40</c:v>
                </c:pt>
                <c:pt idx="166">
                  <c:v>11-25T23:50</c:v>
                </c:pt>
                <c:pt idx="167">
                  <c:v>11-26T00:00</c:v>
                </c:pt>
                <c:pt idx="168">
                  <c:v>11-26T00:10</c:v>
                </c:pt>
                <c:pt idx="169">
                  <c:v>11-26T00:20</c:v>
                </c:pt>
                <c:pt idx="170">
                  <c:v>11-26T00:30</c:v>
                </c:pt>
                <c:pt idx="171">
                  <c:v>11-26T00:40</c:v>
                </c:pt>
                <c:pt idx="172">
                  <c:v>11-26T00:50</c:v>
                </c:pt>
                <c:pt idx="173">
                  <c:v>11-26T01:00</c:v>
                </c:pt>
                <c:pt idx="174">
                  <c:v>11-26T01:10</c:v>
                </c:pt>
                <c:pt idx="175">
                  <c:v>11-26T01:20</c:v>
                </c:pt>
                <c:pt idx="176">
                  <c:v>11-26T01:30</c:v>
                </c:pt>
                <c:pt idx="177">
                  <c:v>11-26T01:40</c:v>
                </c:pt>
                <c:pt idx="178">
                  <c:v>11-26T01:50</c:v>
                </c:pt>
                <c:pt idx="179">
                  <c:v>11-26T02:00</c:v>
                </c:pt>
                <c:pt idx="180">
                  <c:v>11-26T02:10</c:v>
                </c:pt>
                <c:pt idx="181">
                  <c:v>11-26T02:20</c:v>
                </c:pt>
                <c:pt idx="182">
                  <c:v>11-26T02:30</c:v>
                </c:pt>
                <c:pt idx="183">
                  <c:v>11-26T02:40</c:v>
                </c:pt>
                <c:pt idx="184">
                  <c:v>11-26T02:50</c:v>
                </c:pt>
                <c:pt idx="185">
                  <c:v>11-26T03:00</c:v>
                </c:pt>
                <c:pt idx="186">
                  <c:v>11-26T03:10</c:v>
                </c:pt>
                <c:pt idx="187">
                  <c:v>11-26T03:20</c:v>
                </c:pt>
                <c:pt idx="188">
                  <c:v>11-26T03:30</c:v>
                </c:pt>
                <c:pt idx="189">
                  <c:v>11-26T03:40</c:v>
                </c:pt>
                <c:pt idx="190">
                  <c:v>11-26T03:50</c:v>
                </c:pt>
                <c:pt idx="191">
                  <c:v>11-26T04:00</c:v>
                </c:pt>
                <c:pt idx="192">
                  <c:v>11-26T04:10</c:v>
                </c:pt>
                <c:pt idx="193">
                  <c:v>11-26T04:20</c:v>
                </c:pt>
                <c:pt idx="194">
                  <c:v>11-26T04:30</c:v>
                </c:pt>
                <c:pt idx="195">
                  <c:v>11-26T04:40</c:v>
                </c:pt>
                <c:pt idx="196">
                  <c:v>11-26T04:50</c:v>
                </c:pt>
                <c:pt idx="197">
                  <c:v>11-26T05:00</c:v>
                </c:pt>
                <c:pt idx="198">
                  <c:v>11-26T05:10</c:v>
                </c:pt>
                <c:pt idx="199">
                  <c:v>11-26T05:20</c:v>
                </c:pt>
                <c:pt idx="200">
                  <c:v>11-26T05:30</c:v>
                </c:pt>
                <c:pt idx="201">
                  <c:v>11-26T05:40</c:v>
                </c:pt>
                <c:pt idx="202">
                  <c:v>11-26T05:50</c:v>
                </c:pt>
                <c:pt idx="203">
                  <c:v>11-26T06:00</c:v>
                </c:pt>
                <c:pt idx="204">
                  <c:v>11-26T06:10</c:v>
                </c:pt>
                <c:pt idx="205">
                  <c:v>11-26T06:20</c:v>
                </c:pt>
                <c:pt idx="206">
                  <c:v>11-26T06:30</c:v>
                </c:pt>
                <c:pt idx="207">
                  <c:v>11-26T06:40</c:v>
                </c:pt>
                <c:pt idx="208">
                  <c:v>11-26T06:50</c:v>
                </c:pt>
                <c:pt idx="209">
                  <c:v>11-26T07:00</c:v>
                </c:pt>
                <c:pt idx="210">
                  <c:v>11-26T07:10</c:v>
                </c:pt>
                <c:pt idx="211">
                  <c:v>11-26T07:20</c:v>
                </c:pt>
                <c:pt idx="212">
                  <c:v>11-26T07:30</c:v>
                </c:pt>
                <c:pt idx="213">
                  <c:v>11-26T07:40</c:v>
                </c:pt>
                <c:pt idx="214">
                  <c:v>11-26T07:50</c:v>
                </c:pt>
                <c:pt idx="215">
                  <c:v>11-26T08:00</c:v>
                </c:pt>
                <c:pt idx="216">
                  <c:v>11-26T08:10</c:v>
                </c:pt>
                <c:pt idx="217">
                  <c:v>11-26T08:20</c:v>
                </c:pt>
                <c:pt idx="218">
                  <c:v>11-26T08:30</c:v>
                </c:pt>
                <c:pt idx="219">
                  <c:v>11-26T08:40</c:v>
                </c:pt>
                <c:pt idx="220">
                  <c:v>11-26T08:50</c:v>
                </c:pt>
                <c:pt idx="221">
                  <c:v>11-26T09:00</c:v>
                </c:pt>
                <c:pt idx="222">
                  <c:v>11-26T09:10</c:v>
                </c:pt>
                <c:pt idx="223">
                  <c:v>11-26T09:20</c:v>
                </c:pt>
                <c:pt idx="224">
                  <c:v>11-26T09:30</c:v>
                </c:pt>
                <c:pt idx="225">
                  <c:v>11-26T09:40</c:v>
                </c:pt>
                <c:pt idx="226">
                  <c:v>11-26T09:50</c:v>
                </c:pt>
                <c:pt idx="227">
                  <c:v>11-26T10:00</c:v>
                </c:pt>
                <c:pt idx="228">
                  <c:v>11-26T10:10</c:v>
                </c:pt>
                <c:pt idx="229">
                  <c:v>11-26T10:20</c:v>
                </c:pt>
                <c:pt idx="230">
                  <c:v>11-26T10:30</c:v>
                </c:pt>
                <c:pt idx="231">
                  <c:v>11-26T10:40</c:v>
                </c:pt>
                <c:pt idx="232">
                  <c:v>11-26T10:50</c:v>
                </c:pt>
                <c:pt idx="233">
                  <c:v>11-26T11:00</c:v>
                </c:pt>
                <c:pt idx="234">
                  <c:v>11-26T11:10</c:v>
                </c:pt>
                <c:pt idx="235">
                  <c:v>11-26T11:20</c:v>
                </c:pt>
                <c:pt idx="236">
                  <c:v>11-26T11:30</c:v>
                </c:pt>
                <c:pt idx="237">
                  <c:v>11-26T11:40</c:v>
                </c:pt>
                <c:pt idx="238">
                  <c:v>11-26T11:50</c:v>
                </c:pt>
                <c:pt idx="239">
                  <c:v>11-26T12:00</c:v>
                </c:pt>
                <c:pt idx="240">
                  <c:v>11-26T12:10</c:v>
                </c:pt>
                <c:pt idx="241">
                  <c:v>11-26T12:20</c:v>
                </c:pt>
                <c:pt idx="242">
                  <c:v>11-26T12:30</c:v>
                </c:pt>
                <c:pt idx="243">
                  <c:v>11-26T12:40</c:v>
                </c:pt>
                <c:pt idx="244">
                  <c:v>11-26T12:50</c:v>
                </c:pt>
                <c:pt idx="245">
                  <c:v>11-26T13:00</c:v>
                </c:pt>
                <c:pt idx="246">
                  <c:v>11-26T13:10</c:v>
                </c:pt>
                <c:pt idx="247">
                  <c:v>11-26T13:20</c:v>
                </c:pt>
                <c:pt idx="248">
                  <c:v>11-26T13:30</c:v>
                </c:pt>
                <c:pt idx="249">
                  <c:v>11-26T13:40</c:v>
                </c:pt>
                <c:pt idx="250">
                  <c:v>11-26T13:50</c:v>
                </c:pt>
                <c:pt idx="251">
                  <c:v>11-26T14:00</c:v>
                </c:pt>
                <c:pt idx="252">
                  <c:v>11-26T14:10</c:v>
                </c:pt>
                <c:pt idx="253">
                  <c:v>11-26T14:20</c:v>
                </c:pt>
                <c:pt idx="254">
                  <c:v>11-26T14:30</c:v>
                </c:pt>
                <c:pt idx="255">
                  <c:v>11-26T14:40</c:v>
                </c:pt>
                <c:pt idx="256">
                  <c:v>11-26T14:50</c:v>
                </c:pt>
                <c:pt idx="257">
                  <c:v>11-26T15:00</c:v>
                </c:pt>
                <c:pt idx="258">
                  <c:v>11-26T15:10</c:v>
                </c:pt>
                <c:pt idx="259">
                  <c:v>11-26T15:20</c:v>
                </c:pt>
                <c:pt idx="260">
                  <c:v>11-26T15:30</c:v>
                </c:pt>
                <c:pt idx="261">
                  <c:v>11-26T15:40</c:v>
                </c:pt>
                <c:pt idx="262">
                  <c:v>11-26T15:50</c:v>
                </c:pt>
                <c:pt idx="263">
                  <c:v>11-26T16:00</c:v>
                </c:pt>
                <c:pt idx="264">
                  <c:v>11-26T16:10</c:v>
                </c:pt>
                <c:pt idx="265">
                  <c:v>11-26T16:20</c:v>
                </c:pt>
                <c:pt idx="266">
                  <c:v>11-26T16:30</c:v>
                </c:pt>
                <c:pt idx="267">
                  <c:v>11-26T16:40</c:v>
                </c:pt>
                <c:pt idx="268">
                  <c:v>11-26T16:50</c:v>
                </c:pt>
                <c:pt idx="269">
                  <c:v>11-26T17:00</c:v>
                </c:pt>
                <c:pt idx="270">
                  <c:v>11-26T17:10</c:v>
                </c:pt>
                <c:pt idx="271">
                  <c:v>11-26T17:20</c:v>
                </c:pt>
                <c:pt idx="272">
                  <c:v>11-26T17:30</c:v>
                </c:pt>
                <c:pt idx="273">
                  <c:v>11-26T17:40</c:v>
                </c:pt>
                <c:pt idx="274">
                  <c:v>11-26T17:50</c:v>
                </c:pt>
                <c:pt idx="275">
                  <c:v>11-26T18:00</c:v>
                </c:pt>
                <c:pt idx="276">
                  <c:v>11-26T18:10</c:v>
                </c:pt>
                <c:pt idx="277">
                  <c:v>11-26T18:20</c:v>
                </c:pt>
                <c:pt idx="278">
                  <c:v>11-26T18:30</c:v>
                </c:pt>
                <c:pt idx="279">
                  <c:v>11-26T18:40</c:v>
                </c:pt>
                <c:pt idx="280">
                  <c:v>11-26T18:50</c:v>
                </c:pt>
                <c:pt idx="281">
                  <c:v>11-26T19:00</c:v>
                </c:pt>
                <c:pt idx="282">
                  <c:v>11-26T19:10</c:v>
                </c:pt>
                <c:pt idx="283">
                  <c:v>11-26T19:20</c:v>
                </c:pt>
                <c:pt idx="284">
                  <c:v>11-26T19:30</c:v>
                </c:pt>
                <c:pt idx="285">
                  <c:v>11-26T19:40</c:v>
                </c:pt>
                <c:pt idx="286">
                  <c:v>11-26T19:50</c:v>
                </c:pt>
                <c:pt idx="287">
                  <c:v>11-26T20:00</c:v>
                </c:pt>
                <c:pt idx="288">
                  <c:v>11-26T20:10</c:v>
                </c:pt>
                <c:pt idx="289">
                  <c:v>11-26T20:20</c:v>
                </c:pt>
                <c:pt idx="290">
                  <c:v>11-26T20:30</c:v>
                </c:pt>
                <c:pt idx="291">
                  <c:v>11-26T20:40</c:v>
                </c:pt>
                <c:pt idx="292">
                  <c:v>11-26T20:50</c:v>
                </c:pt>
                <c:pt idx="293">
                  <c:v>11-26T21:00</c:v>
                </c:pt>
                <c:pt idx="294">
                  <c:v>11-26T21:10</c:v>
                </c:pt>
                <c:pt idx="295">
                  <c:v>11-26T21:20</c:v>
                </c:pt>
                <c:pt idx="296">
                  <c:v>11-26T21:30</c:v>
                </c:pt>
                <c:pt idx="297">
                  <c:v>11-26T21:40</c:v>
                </c:pt>
                <c:pt idx="298">
                  <c:v>11-26T21:50</c:v>
                </c:pt>
                <c:pt idx="299">
                  <c:v>11-26T22:00</c:v>
                </c:pt>
                <c:pt idx="300">
                  <c:v>11-26T22:10</c:v>
                </c:pt>
                <c:pt idx="301">
                  <c:v>11-26T22:20</c:v>
                </c:pt>
                <c:pt idx="302">
                  <c:v>11-26T22:30</c:v>
                </c:pt>
                <c:pt idx="303">
                  <c:v>11-26T22:40</c:v>
                </c:pt>
                <c:pt idx="304">
                  <c:v>11-26T22:50</c:v>
                </c:pt>
                <c:pt idx="305">
                  <c:v>11-26T23:00</c:v>
                </c:pt>
                <c:pt idx="306">
                  <c:v>11-26T23:10</c:v>
                </c:pt>
                <c:pt idx="307">
                  <c:v>11-26T23:20</c:v>
                </c:pt>
                <c:pt idx="308">
                  <c:v>11-26T23:30</c:v>
                </c:pt>
                <c:pt idx="309">
                  <c:v>11-26T23:40</c:v>
                </c:pt>
                <c:pt idx="310">
                  <c:v>11-26T23:50</c:v>
                </c:pt>
                <c:pt idx="311">
                  <c:v>11-27T00:00</c:v>
                </c:pt>
                <c:pt idx="312">
                  <c:v>11-27T00:10</c:v>
                </c:pt>
                <c:pt idx="313">
                  <c:v>11-27T00:20</c:v>
                </c:pt>
                <c:pt idx="314">
                  <c:v>11-27T00:30</c:v>
                </c:pt>
                <c:pt idx="315">
                  <c:v>11-27T00:40</c:v>
                </c:pt>
                <c:pt idx="316">
                  <c:v>11-27T00:50</c:v>
                </c:pt>
                <c:pt idx="317">
                  <c:v>11-27T01:00</c:v>
                </c:pt>
                <c:pt idx="318">
                  <c:v>11-27T01:10</c:v>
                </c:pt>
                <c:pt idx="319">
                  <c:v>11-27T01:20</c:v>
                </c:pt>
                <c:pt idx="320">
                  <c:v>11-27T01:30</c:v>
                </c:pt>
                <c:pt idx="321">
                  <c:v>11-27T01:40</c:v>
                </c:pt>
                <c:pt idx="322">
                  <c:v>11-27T01:50</c:v>
                </c:pt>
                <c:pt idx="323">
                  <c:v>11-27T02:00</c:v>
                </c:pt>
                <c:pt idx="324">
                  <c:v>11-27T02:10</c:v>
                </c:pt>
                <c:pt idx="325">
                  <c:v>11-27T02:20</c:v>
                </c:pt>
                <c:pt idx="326">
                  <c:v>11-27T02:30</c:v>
                </c:pt>
                <c:pt idx="327">
                  <c:v>11-27T02:40</c:v>
                </c:pt>
                <c:pt idx="328">
                  <c:v>11-27T02:50</c:v>
                </c:pt>
                <c:pt idx="329">
                  <c:v>11-27T03:00</c:v>
                </c:pt>
                <c:pt idx="330">
                  <c:v>11-27T03:10</c:v>
                </c:pt>
                <c:pt idx="331">
                  <c:v>11-27T03:20</c:v>
                </c:pt>
                <c:pt idx="332">
                  <c:v>11-27T03:30</c:v>
                </c:pt>
                <c:pt idx="333">
                  <c:v>11-27T03:40</c:v>
                </c:pt>
                <c:pt idx="334">
                  <c:v>11-27T03:50</c:v>
                </c:pt>
                <c:pt idx="335">
                  <c:v>11-27T04:00</c:v>
                </c:pt>
                <c:pt idx="336">
                  <c:v>11-27T04:10</c:v>
                </c:pt>
                <c:pt idx="337">
                  <c:v>11-27T04:20</c:v>
                </c:pt>
                <c:pt idx="338">
                  <c:v>11-27T04:30</c:v>
                </c:pt>
                <c:pt idx="339">
                  <c:v>11-27T04:40</c:v>
                </c:pt>
                <c:pt idx="340">
                  <c:v>11-27T04:50</c:v>
                </c:pt>
                <c:pt idx="341">
                  <c:v>11-27T05:00</c:v>
                </c:pt>
                <c:pt idx="342">
                  <c:v>11-27T05:10</c:v>
                </c:pt>
                <c:pt idx="343">
                  <c:v>11-27T05:20</c:v>
                </c:pt>
                <c:pt idx="344">
                  <c:v>11-27T05:30</c:v>
                </c:pt>
                <c:pt idx="345">
                  <c:v>11-27T05:40</c:v>
                </c:pt>
                <c:pt idx="346">
                  <c:v>11-27T05:50</c:v>
                </c:pt>
                <c:pt idx="347">
                  <c:v>11-27T06:00</c:v>
                </c:pt>
                <c:pt idx="348">
                  <c:v>11-27T06:10</c:v>
                </c:pt>
                <c:pt idx="349">
                  <c:v>11-27T06:20</c:v>
                </c:pt>
                <c:pt idx="350">
                  <c:v>11-27T06:30</c:v>
                </c:pt>
                <c:pt idx="351">
                  <c:v>11-27T06:40</c:v>
                </c:pt>
                <c:pt idx="352">
                  <c:v>11-27T06:50</c:v>
                </c:pt>
                <c:pt idx="353">
                  <c:v>11-27T07:00</c:v>
                </c:pt>
                <c:pt idx="354">
                  <c:v>11-27T07:10</c:v>
                </c:pt>
                <c:pt idx="355">
                  <c:v>11-27T07:20</c:v>
                </c:pt>
                <c:pt idx="356">
                  <c:v>11-27T07:30</c:v>
                </c:pt>
                <c:pt idx="357">
                  <c:v>11-27T07:40</c:v>
                </c:pt>
                <c:pt idx="358">
                  <c:v>11-27T07:50</c:v>
                </c:pt>
                <c:pt idx="359">
                  <c:v>11-27T08:00</c:v>
                </c:pt>
                <c:pt idx="360">
                  <c:v>11-27T08:10</c:v>
                </c:pt>
                <c:pt idx="361">
                  <c:v>11-27T08:20</c:v>
                </c:pt>
                <c:pt idx="362">
                  <c:v>11-27T08:30</c:v>
                </c:pt>
                <c:pt idx="363">
                  <c:v>11-27T08:40</c:v>
                </c:pt>
                <c:pt idx="364">
                  <c:v>11-27T08:50</c:v>
                </c:pt>
                <c:pt idx="365">
                  <c:v>11-27T09:00</c:v>
                </c:pt>
                <c:pt idx="366">
                  <c:v>11-27T09:10</c:v>
                </c:pt>
                <c:pt idx="367">
                  <c:v>11-27T09:20</c:v>
                </c:pt>
                <c:pt idx="368">
                  <c:v>11-27T09:30</c:v>
                </c:pt>
                <c:pt idx="369">
                  <c:v>11-27T09:40</c:v>
                </c:pt>
                <c:pt idx="370">
                  <c:v>11-27T09:50</c:v>
                </c:pt>
                <c:pt idx="371">
                  <c:v>11-27T10:00</c:v>
                </c:pt>
                <c:pt idx="372">
                  <c:v>11-27T10:10</c:v>
                </c:pt>
                <c:pt idx="373">
                  <c:v>11-27T10:20</c:v>
                </c:pt>
                <c:pt idx="374">
                  <c:v>11-27T10:30</c:v>
                </c:pt>
                <c:pt idx="375">
                  <c:v>11-27T10:40</c:v>
                </c:pt>
                <c:pt idx="376">
                  <c:v>11-27T10:50</c:v>
                </c:pt>
                <c:pt idx="377">
                  <c:v>11-27T11:00</c:v>
                </c:pt>
                <c:pt idx="378">
                  <c:v>11-27T11:10</c:v>
                </c:pt>
                <c:pt idx="379">
                  <c:v>11-27T11:20</c:v>
                </c:pt>
                <c:pt idx="380">
                  <c:v>11-27T11:30</c:v>
                </c:pt>
                <c:pt idx="381">
                  <c:v>11-27T11:40</c:v>
                </c:pt>
                <c:pt idx="382">
                  <c:v>11-27T11:50</c:v>
                </c:pt>
                <c:pt idx="383">
                  <c:v>11-27T12:00</c:v>
                </c:pt>
                <c:pt idx="384">
                  <c:v>11-27T12:10</c:v>
                </c:pt>
                <c:pt idx="385">
                  <c:v>11-27T12:20</c:v>
                </c:pt>
                <c:pt idx="386">
                  <c:v>11-27T12:30</c:v>
                </c:pt>
                <c:pt idx="387">
                  <c:v>11-27T12:40</c:v>
                </c:pt>
                <c:pt idx="388">
                  <c:v>11-27T12:50</c:v>
                </c:pt>
                <c:pt idx="389">
                  <c:v>11-27T13:00</c:v>
                </c:pt>
                <c:pt idx="390">
                  <c:v>11-27T13:10</c:v>
                </c:pt>
                <c:pt idx="391">
                  <c:v>11-27T13:20</c:v>
                </c:pt>
                <c:pt idx="392">
                  <c:v>11-27T13:30</c:v>
                </c:pt>
                <c:pt idx="393">
                  <c:v>11-27T13:40</c:v>
                </c:pt>
                <c:pt idx="394">
                  <c:v>11-27T13:50</c:v>
                </c:pt>
                <c:pt idx="395">
                  <c:v>11-27T14:00</c:v>
                </c:pt>
                <c:pt idx="396">
                  <c:v>11-27T14:10</c:v>
                </c:pt>
                <c:pt idx="397">
                  <c:v>11-27T14:20</c:v>
                </c:pt>
                <c:pt idx="398">
                  <c:v>11-27T14:30</c:v>
                </c:pt>
                <c:pt idx="399">
                  <c:v>11-27T14:40</c:v>
                </c:pt>
                <c:pt idx="400">
                  <c:v>11-27T14:50</c:v>
                </c:pt>
                <c:pt idx="401">
                  <c:v>11-27T15:00</c:v>
                </c:pt>
                <c:pt idx="402">
                  <c:v>11-27T15:10</c:v>
                </c:pt>
                <c:pt idx="403">
                  <c:v>11-27T15:20</c:v>
                </c:pt>
                <c:pt idx="404">
                  <c:v>11-27T15:30</c:v>
                </c:pt>
                <c:pt idx="405">
                  <c:v>11-27T15:40</c:v>
                </c:pt>
                <c:pt idx="406">
                  <c:v>11-27T15:50</c:v>
                </c:pt>
                <c:pt idx="407">
                  <c:v>11-27T16:00</c:v>
                </c:pt>
                <c:pt idx="408">
                  <c:v>11-27T16:10</c:v>
                </c:pt>
                <c:pt idx="409">
                  <c:v>11-27T16:20</c:v>
                </c:pt>
                <c:pt idx="410">
                  <c:v>11-27T16:30</c:v>
                </c:pt>
                <c:pt idx="411">
                  <c:v>11-27T16:40</c:v>
                </c:pt>
                <c:pt idx="412">
                  <c:v>11-27T16:50</c:v>
                </c:pt>
                <c:pt idx="413">
                  <c:v>11-27T17:00</c:v>
                </c:pt>
                <c:pt idx="414">
                  <c:v>11-27T17:10</c:v>
                </c:pt>
                <c:pt idx="415">
                  <c:v>11-27T17:20</c:v>
                </c:pt>
                <c:pt idx="416">
                  <c:v>11-27T17:30</c:v>
                </c:pt>
                <c:pt idx="417">
                  <c:v>11-27T17:40</c:v>
                </c:pt>
                <c:pt idx="418">
                  <c:v>11-27T17:50</c:v>
                </c:pt>
                <c:pt idx="419">
                  <c:v>11-27T18:00</c:v>
                </c:pt>
                <c:pt idx="420">
                  <c:v>11-27T18:10</c:v>
                </c:pt>
                <c:pt idx="421">
                  <c:v>11-27T18:20</c:v>
                </c:pt>
                <c:pt idx="422">
                  <c:v>11-27T18:30</c:v>
                </c:pt>
                <c:pt idx="423">
                  <c:v>11-27T18:40</c:v>
                </c:pt>
                <c:pt idx="424">
                  <c:v>11-27T18:50</c:v>
                </c:pt>
                <c:pt idx="425">
                  <c:v>11-27T19:00</c:v>
                </c:pt>
                <c:pt idx="426">
                  <c:v>11-27T19:10</c:v>
                </c:pt>
                <c:pt idx="427">
                  <c:v>11-27T19:20</c:v>
                </c:pt>
                <c:pt idx="428">
                  <c:v>11-27T19:30</c:v>
                </c:pt>
                <c:pt idx="429">
                  <c:v>11-27T19:40</c:v>
                </c:pt>
                <c:pt idx="430">
                  <c:v>11-27T19:50</c:v>
                </c:pt>
                <c:pt idx="431">
                  <c:v>11-27T20:00</c:v>
                </c:pt>
                <c:pt idx="432">
                  <c:v>11-27T20:10</c:v>
                </c:pt>
                <c:pt idx="433">
                  <c:v>11-27T20:20</c:v>
                </c:pt>
                <c:pt idx="434">
                  <c:v>11-27T20:30</c:v>
                </c:pt>
                <c:pt idx="435">
                  <c:v>11-27T20:40</c:v>
                </c:pt>
                <c:pt idx="436">
                  <c:v>11-27T20:50</c:v>
                </c:pt>
                <c:pt idx="437">
                  <c:v>11-27T21:00</c:v>
                </c:pt>
                <c:pt idx="438">
                  <c:v>11-27T21:10</c:v>
                </c:pt>
                <c:pt idx="439">
                  <c:v>11-27T21:20</c:v>
                </c:pt>
                <c:pt idx="440">
                  <c:v>11-27T21:30</c:v>
                </c:pt>
                <c:pt idx="441">
                  <c:v>11-27T21:40</c:v>
                </c:pt>
                <c:pt idx="442">
                  <c:v>11-27T21:50</c:v>
                </c:pt>
                <c:pt idx="443">
                  <c:v>11-27T22:00</c:v>
                </c:pt>
                <c:pt idx="444">
                  <c:v>11-27T22:10</c:v>
                </c:pt>
                <c:pt idx="445">
                  <c:v>11-27T22:20</c:v>
                </c:pt>
                <c:pt idx="446">
                  <c:v>11-27T22:30</c:v>
                </c:pt>
                <c:pt idx="447">
                  <c:v>11-27T22:40</c:v>
                </c:pt>
                <c:pt idx="448">
                  <c:v>11-27T22:50</c:v>
                </c:pt>
                <c:pt idx="449">
                  <c:v>11-27T23:00</c:v>
                </c:pt>
                <c:pt idx="450">
                  <c:v>11-27T23:10</c:v>
                </c:pt>
                <c:pt idx="451">
                  <c:v>11-27T23:20</c:v>
                </c:pt>
                <c:pt idx="452">
                  <c:v>11-27T23:30</c:v>
                </c:pt>
                <c:pt idx="453">
                  <c:v>11-27T23:40</c:v>
                </c:pt>
                <c:pt idx="454">
                  <c:v>11-27T23:50</c:v>
                </c:pt>
                <c:pt idx="455">
                  <c:v>11-28T00:00</c:v>
                </c:pt>
                <c:pt idx="456">
                  <c:v>11-28T00:10</c:v>
                </c:pt>
                <c:pt idx="457">
                  <c:v>11-28T00:20</c:v>
                </c:pt>
                <c:pt idx="458">
                  <c:v>11-28T00:30</c:v>
                </c:pt>
                <c:pt idx="459">
                  <c:v>11-28T00:40</c:v>
                </c:pt>
                <c:pt idx="460">
                  <c:v>11-28T00:50</c:v>
                </c:pt>
                <c:pt idx="461">
                  <c:v>11-28T01:00</c:v>
                </c:pt>
                <c:pt idx="462">
                  <c:v>11-28T01:10</c:v>
                </c:pt>
                <c:pt idx="463">
                  <c:v>11-28T01:20</c:v>
                </c:pt>
                <c:pt idx="464">
                  <c:v>11-28T01:30</c:v>
                </c:pt>
                <c:pt idx="465">
                  <c:v>11-28T01:40</c:v>
                </c:pt>
                <c:pt idx="466">
                  <c:v>11-28T01:50</c:v>
                </c:pt>
                <c:pt idx="467">
                  <c:v>11-28T02:00</c:v>
                </c:pt>
                <c:pt idx="468">
                  <c:v>11-28T02:10</c:v>
                </c:pt>
                <c:pt idx="469">
                  <c:v>11-28T02:20</c:v>
                </c:pt>
                <c:pt idx="470">
                  <c:v>11-28T02:30</c:v>
                </c:pt>
                <c:pt idx="471">
                  <c:v>11-28T02:40</c:v>
                </c:pt>
                <c:pt idx="472">
                  <c:v>11-28T02:50</c:v>
                </c:pt>
                <c:pt idx="473">
                  <c:v>11-28T03:00</c:v>
                </c:pt>
                <c:pt idx="474">
                  <c:v>11-28T03:10</c:v>
                </c:pt>
                <c:pt idx="475">
                  <c:v>11-28T03:20</c:v>
                </c:pt>
                <c:pt idx="476">
                  <c:v>11-28T03:30</c:v>
                </c:pt>
                <c:pt idx="477">
                  <c:v>11-28T03:40</c:v>
                </c:pt>
                <c:pt idx="478">
                  <c:v>11-28T03:50</c:v>
                </c:pt>
                <c:pt idx="479">
                  <c:v>11-28T04:00</c:v>
                </c:pt>
                <c:pt idx="480">
                  <c:v>11-28T04:10</c:v>
                </c:pt>
                <c:pt idx="481">
                  <c:v>11-28T04:20</c:v>
                </c:pt>
                <c:pt idx="482">
                  <c:v>11-28T04:30</c:v>
                </c:pt>
                <c:pt idx="483">
                  <c:v>11-28T04:40</c:v>
                </c:pt>
                <c:pt idx="484">
                  <c:v>11-28T04:50</c:v>
                </c:pt>
                <c:pt idx="485">
                  <c:v>11-28T05:00</c:v>
                </c:pt>
                <c:pt idx="486">
                  <c:v>11-28T05:10</c:v>
                </c:pt>
                <c:pt idx="487">
                  <c:v>11-28T05:20</c:v>
                </c:pt>
                <c:pt idx="488">
                  <c:v>11-28T05:30</c:v>
                </c:pt>
                <c:pt idx="489">
                  <c:v>11-28T05:40</c:v>
                </c:pt>
                <c:pt idx="490">
                  <c:v>11-28T05:50</c:v>
                </c:pt>
                <c:pt idx="491">
                  <c:v>11-28T06:00</c:v>
                </c:pt>
                <c:pt idx="492">
                  <c:v>11-28T06:10</c:v>
                </c:pt>
                <c:pt idx="493">
                  <c:v>11-28T06:20</c:v>
                </c:pt>
                <c:pt idx="494">
                  <c:v>11-28T06:30</c:v>
                </c:pt>
                <c:pt idx="495">
                  <c:v>11-28T06:40</c:v>
                </c:pt>
                <c:pt idx="496">
                  <c:v>11-28T06:50</c:v>
                </c:pt>
                <c:pt idx="497">
                  <c:v>11-28T07:00</c:v>
                </c:pt>
                <c:pt idx="498">
                  <c:v>11-28T07:10</c:v>
                </c:pt>
                <c:pt idx="499">
                  <c:v>11-28T07:20</c:v>
                </c:pt>
                <c:pt idx="500">
                  <c:v>11-28T07:30</c:v>
                </c:pt>
                <c:pt idx="501">
                  <c:v>11-28T07:40</c:v>
                </c:pt>
                <c:pt idx="502">
                  <c:v>11-28T07:50</c:v>
                </c:pt>
                <c:pt idx="503">
                  <c:v>11-28T08:00</c:v>
                </c:pt>
                <c:pt idx="504">
                  <c:v>11-28T08:10</c:v>
                </c:pt>
                <c:pt idx="505">
                  <c:v>11-28T08:20</c:v>
                </c:pt>
                <c:pt idx="506">
                  <c:v>11-28T08:30</c:v>
                </c:pt>
                <c:pt idx="507">
                  <c:v>11-28T08:40</c:v>
                </c:pt>
                <c:pt idx="508">
                  <c:v>11-28T08:50</c:v>
                </c:pt>
                <c:pt idx="509">
                  <c:v>11-28T09:00</c:v>
                </c:pt>
                <c:pt idx="510">
                  <c:v>11-28T09:10</c:v>
                </c:pt>
                <c:pt idx="511">
                  <c:v>11-28T09:20</c:v>
                </c:pt>
                <c:pt idx="512">
                  <c:v>11-28T09:30</c:v>
                </c:pt>
                <c:pt idx="513">
                  <c:v>11-28T09:40</c:v>
                </c:pt>
                <c:pt idx="514">
                  <c:v>11-28T09:50</c:v>
                </c:pt>
                <c:pt idx="515">
                  <c:v>11-28T10:00</c:v>
                </c:pt>
                <c:pt idx="516">
                  <c:v>11-28T10:10</c:v>
                </c:pt>
                <c:pt idx="517">
                  <c:v>11-28T10:20</c:v>
                </c:pt>
                <c:pt idx="518">
                  <c:v>11-28T10:30</c:v>
                </c:pt>
                <c:pt idx="519">
                  <c:v>11-28T10:40</c:v>
                </c:pt>
                <c:pt idx="520">
                  <c:v>11-28T10:50</c:v>
                </c:pt>
                <c:pt idx="521">
                  <c:v>11-28T11:00</c:v>
                </c:pt>
                <c:pt idx="522">
                  <c:v>11-28T11:10</c:v>
                </c:pt>
                <c:pt idx="523">
                  <c:v>11-28T11:20</c:v>
                </c:pt>
                <c:pt idx="524">
                  <c:v>11-28T11:30</c:v>
                </c:pt>
                <c:pt idx="525">
                  <c:v>11-28T11:40</c:v>
                </c:pt>
                <c:pt idx="526">
                  <c:v>11-28T11:50</c:v>
                </c:pt>
                <c:pt idx="527">
                  <c:v>11-28T12:00</c:v>
                </c:pt>
                <c:pt idx="528">
                  <c:v>11-28T12:10</c:v>
                </c:pt>
                <c:pt idx="529">
                  <c:v>11-28T12:20</c:v>
                </c:pt>
                <c:pt idx="530">
                  <c:v>11-28T12:30</c:v>
                </c:pt>
                <c:pt idx="531">
                  <c:v>11-28T12:40</c:v>
                </c:pt>
                <c:pt idx="532">
                  <c:v>11-28T12:50</c:v>
                </c:pt>
                <c:pt idx="533">
                  <c:v>11-28T13:00</c:v>
                </c:pt>
                <c:pt idx="534">
                  <c:v>11-28T13:10</c:v>
                </c:pt>
                <c:pt idx="535">
                  <c:v>11-28T13:20</c:v>
                </c:pt>
                <c:pt idx="536">
                  <c:v>11-28T13:30</c:v>
                </c:pt>
                <c:pt idx="537">
                  <c:v>11-28T13:40</c:v>
                </c:pt>
                <c:pt idx="538">
                  <c:v>11-28T13:50</c:v>
                </c:pt>
                <c:pt idx="539">
                  <c:v>11-28T14:00</c:v>
                </c:pt>
                <c:pt idx="540">
                  <c:v>11-28T14:10</c:v>
                </c:pt>
                <c:pt idx="541">
                  <c:v>11-28T14:20</c:v>
                </c:pt>
                <c:pt idx="542">
                  <c:v>11-28T14:30</c:v>
                </c:pt>
                <c:pt idx="543">
                  <c:v>11-28T14:40</c:v>
                </c:pt>
                <c:pt idx="544">
                  <c:v>11-28T14:50</c:v>
                </c:pt>
                <c:pt idx="545">
                  <c:v>11-28T15:00</c:v>
                </c:pt>
                <c:pt idx="546">
                  <c:v>11-28T15:10</c:v>
                </c:pt>
                <c:pt idx="547">
                  <c:v>11-28T15:20</c:v>
                </c:pt>
                <c:pt idx="548">
                  <c:v>11-28T15:30</c:v>
                </c:pt>
                <c:pt idx="549">
                  <c:v>11-28T15:40</c:v>
                </c:pt>
                <c:pt idx="550">
                  <c:v>11-28T15:50</c:v>
                </c:pt>
                <c:pt idx="551">
                  <c:v>11-28T16:00</c:v>
                </c:pt>
                <c:pt idx="552">
                  <c:v>11-28T16:10</c:v>
                </c:pt>
                <c:pt idx="553">
                  <c:v>11-28T16:20</c:v>
                </c:pt>
                <c:pt idx="554">
                  <c:v>11-28T16:30</c:v>
                </c:pt>
                <c:pt idx="555">
                  <c:v>11-28T16:40</c:v>
                </c:pt>
                <c:pt idx="556">
                  <c:v>11-28T16:50</c:v>
                </c:pt>
                <c:pt idx="557">
                  <c:v>11-28T17:00</c:v>
                </c:pt>
                <c:pt idx="558">
                  <c:v>11-28T17:10</c:v>
                </c:pt>
                <c:pt idx="559">
                  <c:v>11-28T17:20</c:v>
                </c:pt>
                <c:pt idx="560">
                  <c:v>11-28T17:30</c:v>
                </c:pt>
                <c:pt idx="561">
                  <c:v>11-28T17:40</c:v>
                </c:pt>
                <c:pt idx="562">
                  <c:v>11-28T17:50</c:v>
                </c:pt>
                <c:pt idx="563">
                  <c:v>11-28T18:00</c:v>
                </c:pt>
                <c:pt idx="564">
                  <c:v>11-28T18:10</c:v>
                </c:pt>
                <c:pt idx="565">
                  <c:v>11-28T18:20</c:v>
                </c:pt>
                <c:pt idx="566">
                  <c:v>11-28T18:30</c:v>
                </c:pt>
                <c:pt idx="567">
                  <c:v>11-28T18:40</c:v>
                </c:pt>
                <c:pt idx="568">
                  <c:v>11-28T18:50</c:v>
                </c:pt>
                <c:pt idx="569">
                  <c:v>11-28T19:00</c:v>
                </c:pt>
                <c:pt idx="570">
                  <c:v>11-28T19:10</c:v>
                </c:pt>
                <c:pt idx="571">
                  <c:v>11-28T19:20</c:v>
                </c:pt>
                <c:pt idx="572">
                  <c:v>11-28T19:30</c:v>
                </c:pt>
                <c:pt idx="573">
                  <c:v>11-28T19:40</c:v>
                </c:pt>
                <c:pt idx="574">
                  <c:v>11-28T19:50</c:v>
                </c:pt>
                <c:pt idx="575">
                  <c:v>11-28T20:00</c:v>
                </c:pt>
                <c:pt idx="576">
                  <c:v>11-28T20:10</c:v>
                </c:pt>
                <c:pt idx="577">
                  <c:v>11-28T20:20</c:v>
                </c:pt>
                <c:pt idx="578">
                  <c:v>11-28T20:30</c:v>
                </c:pt>
                <c:pt idx="579">
                  <c:v>11-28T20:40</c:v>
                </c:pt>
                <c:pt idx="580">
                  <c:v>11-28T20:50</c:v>
                </c:pt>
                <c:pt idx="581">
                  <c:v>11-28T21:00</c:v>
                </c:pt>
                <c:pt idx="582">
                  <c:v>11-28T21:10</c:v>
                </c:pt>
                <c:pt idx="583">
                  <c:v>11-28T21:20</c:v>
                </c:pt>
                <c:pt idx="584">
                  <c:v>11-28T21:30</c:v>
                </c:pt>
                <c:pt idx="585">
                  <c:v>11-28T21:40</c:v>
                </c:pt>
                <c:pt idx="586">
                  <c:v>11-28T21:50</c:v>
                </c:pt>
                <c:pt idx="587">
                  <c:v>11-28T22:00</c:v>
                </c:pt>
                <c:pt idx="588">
                  <c:v>11-28T22:10</c:v>
                </c:pt>
                <c:pt idx="589">
                  <c:v>11-28T22:20</c:v>
                </c:pt>
                <c:pt idx="590">
                  <c:v>11-28T22:30</c:v>
                </c:pt>
                <c:pt idx="591">
                  <c:v>11-28T22:40</c:v>
                </c:pt>
                <c:pt idx="592">
                  <c:v>11-28T22:50</c:v>
                </c:pt>
                <c:pt idx="593">
                  <c:v>11-28T23:00</c:v>
                </c:pt>
                <c:pt idx="594">
                  <c:v>11-28T23:10</c:v>
                </c:pt>
                <c:pt idx="595">
                  <c:v>11-28T23:20</c:v>
                </c:pt>
                <c:pt idx="596">
                  <c:v>11-28T23:30</c:v>
                </c:pt>
                <c:pt idx="597">
                  <c:v>11-28T23:40</c:v>
                </c:pt>
                <c:pt idx="598">
                  <c:v>11-28T23:50</c:v>
                </c:pt>
              </c:strCache>
            </c:strRef>
          </c:cat>
          <c:val>
            <c:numRef>
              <c:f>'Chart Data'!$B$2:$B$600</c:f>
              <c:numCache>
                <c:formatCode>0</c:formatCode>
                <c:ptCount val="599"/>
                <c:pt idx="0">
                  <c:v>11.558664</c:v>
                </c:pt>
                <c:pt idx="1">
                  <c:v>13.171511</c:v>
                </c:pt>
                <c:pt idx="2">
                  <c:v>13.963493</c:v>
                </c:pt>
                <c:pt idx="3">
                  <c:v>19.588406</c:v>
                </c:pt>
                <c:pt idx="4">
                  <c:v>22.354786</c:v>
                </c:pt>
                <c:pt idx="5">
                  <c:v>22.493518</c:v>
                </c:pt>
                <c:pt idx="6">
                  <c:v>14.767119</c:v>
                </c:pt>
                <c:pt idx="7">
                  <c:v>17.294553</c:v>
                </c:pt>
                <c:pt idx="8">
                  <c:v>18.412148</c:v>
                </c:pt>
                <c:pt idx="9">
                  <c:v>17.156621</c:v>
                </c:pt>
                <c:pt idx="10">
                  <c:v>18.212168</c:v>
                </c:pt>
                <c:pt idx="11">
                  <c:v>17.739897</c:v>
                </c:pt>
                <c:pt idx="12">
                  <c:v>11.887375</c:v>
                </c:pt>
                <c:pt idx="13">
                  <c:v>12.110148</c:v>
                </c:pt>
                <c:pt idx="14">
                  <c:v>13.55454</c:v>
                </c:pt>
                <c:pt idx="15">
                  <c:v>11.39642</c:v>
                </c:pt>
                <c:pt idx="16">
                  <c:v>15.149218</c:v>
                </c:pt>
                <c:pt idx="17">
                  <c:v>12.693327</c:v>
                </c:pt>
                <c:pt idx="18">
                  <c:v>12.551511</c:v>
                </c:pt>
                <c:pt idx="19">
                  <c:v>12.226722</c:v>
                </c:pt>
                <c:pt idx="20">
                  <c:v>12.089718</c:v>
                </c:pt>
                <c:pt idx="21">
                  <c:v>12.919749</c:v>
                </c:pt>
                <c:pt idx="22">
                  <c:v>10.551491</c:v>
                </c:pt>
                <c:pt idx="23">
                  <c:v>8.698425</c:v>
                </c:pt>
                <c:pt idx="24">
                  <c:v>8.758964</c:v>
                </c:pt>
                <c:pt idx="25">
                  <c:v>8.105418</c:v>
                </c:pt>
                <c:pt idx="26">
                  <c:v>7.474765</c:v>
                </c:pt>
                <c:pt idx="27">
                  <c:v>6.954599</c:v>
                </c:pt>
                <c:pt idx="28">
                  <c:v>7.344078</c:v>
                </c:pt>
                <c:pt idx="29">
                  <c:v>7.103111</c:v>
                </c:pt>
                <c:pt idx="30">
                  <c:v>6.493394</c:v>
                </c:pt>
                <c:pt idx="31">
                  <c:v>6.514879</c:v>
                </c:pt>
                <c:pt idx="32">
                  <c:v>5.655439</c:v>
                </c:pt>
                <c:pt idx="33">
                  <c:v>6.142601</c:v>
                </c:pt>
                <c:pt idx="34">
                  <c:v>6.152466</c:v>
                </c:pt>
                <c:pt idx="35">
                  <c:v>5.764727</c:v>
                </c:pt>
                <c:pt idx="36">
                  <c:v>5.696905</c:v>
                </c:pt>
                <c:pt idx="37">
                  <c:v>5.034998</c:v>
                </c:pt>
                <c:pt idx="38">
                  <c:v>5.249288</c:v>
                </c:pt>
                <c:pt idx="39">
                  <c:v>6.071791</c:v>
                </c:pt>
                <c:pt idx="40">
                  <c:v>5.251284</c:v>
                </c:pt>
                <c:pt idx="41">
                  <c:v>5.16386</c:v>
                </c:pt>
                <c:pt idx="42">
                  <c:v>5.756073</c:v>
                </c:pt>
                <c:pt idx="43">
                  <c:v>5.655221</c:v>
                </c:pt>
                <c:pt idx="44">
                  <c:v>5.64932</c:v>
                </c:pt>
                <c:pt idx="45">
                  <c:v>5.06034</c:v>
                </c:pt>
                <c:pt idx="46">
                  <c:v>4.316212</c:v>
                </c:pt>
                <c:pt idx="47">
                  <c:v>4.825984</c:v>
                </c:pt>
                <c:pt idx="48">
                  <c:v>4.42233</c:v>
                </c:pt>
                <c:pt idx="49">
                  <c:v>4.602475</c:v>
                </c:pt>
                <c:pt idx="50">
                  <c:v>4.724593</c:v>
                </c:pt>
                <c:pt idx="51">
                  <c:v>4.82536</c:v>
                </c:pt>
                <c:pt idx="52">
                  <c:v>4.588801</c:v>
                </c:pt>
                <c:pt idx="53">
                  <c:v>4.495146</c:v>
                </c:pt>
                <c:pt idx="54">
                  <c:v>4.800556</c:v>
                </c:pt>
                <c:pt idx="55">
                  <c:v>5.088105</c:v>
                </c:pt>
                <c:pt idx="56">
                  <c:v>5.277837</c:v>
                </c:pt>
                <c:pt idx="57">
                  <c:v>5.778721</c:v>
                </c:pt>
                <c:pt idx="58">
                  <c:v>5.687062</c:v>
                </c:pt>
                <c:pt idx="59">
                  <c:v>6.411258</c:v>
                </c:pt>
                <c:pt idx="60">
                  <c:v>6.111492</c:v>
                </c:pt>
                <c:pt idx="61">
                  <c:v>7.323853</c:v>
                </c:pt>
                <c:pt idx="62">
                  <c:v>9.651663</c:v>
                </c:pt>
                <c:pt idx="63">
                  <c:v>7.116871</c:v>
                </c:pt>
                <c:pt idx="64">
                  <c:v>7.856289</c:v>
                </c:pt>
                <c:pt idx="65">
                  <c:v>7.606749</c:v>
                </c:pt>
                <c:pt idx="66">
                  <c:v>8.660546</c:v>
                </c:pt>
                <c:pt idx="67">
                  <c:v>9.714722</c:v>
                </c:pt>
                <c:pt idx="68">
                  <c:v>8.16288</c:v>
                </c:pt>
                <c:pt idx="69">
                  <c:v>9.42251</c:v>
                </c:pt>
                <c:pt idx="70">
                  <c:v>7.802025</c:v>
                </c:pt>
                <c:pt idx="71">
                  <c:v>7.736454</c:v>
                </c:pt>
                <c:pt idx="72">
                  <c:v>7.957856</c:v>
                </c:pt>
                <c:pt idx="73">
                  <c:v>7.838129</c:v>
                </c:pt>
                <c:pt idx="74">
                  <c:v>9.057846</c:v>
                </c:pt>
                <c:pt idx="75">
                  <c:v>8.654021</c:v>
                </c:pt>
                <c:pt idx="76">
                  <c:v>8.73007</c:v>
                </c:pt>
                <c:pt idx="77">
                  <c:v>7.868662</c:v>
                </c:pt>
                <c:pt idx="78">
                  <c:v>8.281718</c:v>
                </c:pt>
                <c:pt idx="79">
                  <c:v>8.42363</c:v>
                </c:pt>
                <c:pt idx="80">
                  <c:v>7.008721</c:v>
                </c:pt>
                <c:pt idx="81">
                  <c:v>8.493425</c:v>
                </c:pt>
                <c:pt idx="82">
                  <c:v>7.995321</c:v>
                </c:pt>
                <c:pt idx="83">
                  <c:v>9.819689</c:v>
                </c:pt>
                <c:pt idx="84">
                  <c:v>10.43712</c:v>
                </c:pt>
                <c:pt idx="85">
                  <c:v>9.041882</c:v>
                </c:pt>
                <c:pt idx="86">
                  <c:v>7.995603</c:v>
                </c:pt>
                <c:pt idx="87">
                  <c:v>6.520472</c:v>
                </c:pt>
                <c:pt idx="88">
                  <c:v>7.194462</c:v>
                </c:pt>
                <c:pt idx="89">
                  <c:v>6.392282</c:v>
                </c:pt>
                <c:pt idx="90">
                  <c:v>7.252612</c:v>
                </c:pt>
                <c:pt idx="91">
                  <c:v>7.017365</c:v>
                </c:pt>
                <c:pt idx="92">
                  <c:v>6.06268</c:v>
                </c:pt>
                <c:pt idx="93">
                  <c:v>7.481521</c:v>
                </c:pt>
                <c:pt idx="94">
                  <c:v>6.181651</c:v>
                </c:pt>
                <c:pt idx="95">
                  <c:v>7.235464</c:v>
                </c:pt>
                <c:pt idx="96">
                  <c:v>8.228232</c:v>
                </c:pt>
                <c:pt idx="97">
                  <c:v>8.21921</c:v>
                </c:pt>
                <c:pt idx="98">
                  <c:v>6.751963</c:v>
                </c:pt>
                <c:pt idx="99">
                  <c:v>9.15434</c:v>
                </c:pt>
                <c:pt idx="100">
                  <c:v>7.759178</c:v>
                </c:pt>
                <c:pt idx="101">
                  <c:v>8.519819</c:v>
                </c:pt>
                <c:pt idx="102">
                  <c:v>10.763388</c:v>
                </c:pt>
                <c:pt idx="103">
                  <c:v>10.12168</c:v>
                </c:pt>
                <c:pt idx="104">
                  <c:v>8.124696</c:v>
                </c:pt>
                <c:pt idx="105">
                  <c:v>10.180384</c:v>
                </c:pt>
                <c:pt idx="106">
                  <c:v>9.473266</c:v>
                </c:pt>
                <c:pt idx="107">
                  <c:v>9.119266</c:v>
                </c:pt>
                <c:pt idx="108">
                  <c:v>9.770364</c:v>
                </c:pt>
                <c:pt idx="109">
                  <c:v>10.179871</c:v>
                </c:pt>
                <c:pt idx="110">
                  <c:v>9.883914</c:v>
                </c:pt>
                <c:pt idx="111">
                  <c:v>8.394814</c:v>
                </c:pt>
                <c:pt idx="112">
                  <c:v>11.099566</c:v>
                </c:pt>
                <c:pt idx="113">
                  <c:v>9.784957</c:v>
                </c:pt>
                <c:pt idx="114">
                  <c:v>9.6873</c:v>
                </c:pt>
                <c:pt idx="115">
                  <c:v>10.159133</c:v>
                </c:pt>
                <c:pt idx="116">
                  <c:v>8.392707</c:v>
                </c:pt>
                <c:pt idx="117">
                  <c:v>10.1096</c:v>
                </c:pt>
                <c:pt idx="118">
                  <c:v>9.860727</c:v>
                </c:pt>
                <c:pt idx="119">
                  <c:v>9.179255</c:v>
                </c:pt>
                <c:pt idx="120">
                  <c:v>10.699854</c:v>
                </c:pt>
                <c:pt idx="121">
                  <c:v>10.863033</c:v>
                </c:pt>
                <c:pt idx="122">
                  <c:v>9.749247</c:v>
                </c:pt>
                <c:pt idx="123">
                  <c:v>10.691602</c:v>
                </c:pt>
                <c:pt idx="124">
                  <c:v>10.214235</c:v>
                </c:pt>
                <c:pt idx="125">
                  <c:v>10.187292</c:v>
                </c:pt>
                <c:pt idx="126">
                  <c:v>8.838023</c:v>
                </c:pt>
                <c:pt idx="127">
                  <c:v>11.615299</c:v>
                </c:pt>
                <c:pt idx="128">
                  <c:v>12.043452</c:v>
                </c:pt>
                <c:pt idx="129">
                  <c:v>12.10748</c:v>
                </c:pt>
                <c:pt idx="130">
                  <c:v>13.036993</c:v>
                </c:pt>
                <c:pt idx="131">
                  <c:v>10.221091</c:v>
                </c:pt>
                <c:pt idx="132">
                  <c:v>11.14807</c:v>
                </c:pt>
                <c:pt idx="133">
                  <c:v>10.366028</c:v>
                </c:pt>
                <c:pt idx="134">
                  <c:v>10.347835</c:v>
                </c:pt>
                <c:pt idx="135">
                  <c:v>13.288486</c:v>
                </c:pt>
                <c:pt idx="136">
                  <c:v>13.803962</c:v>
                </c:pt>
                <c:pt idx="137">
                  <c:v>12.278897</c:v>
                </c:pt>
                <c:pt idx="138">
                  <c:v>11.104805</c:v>
                </c:pt>
                <c:pt idx="139">
                  <c:v>12.047198</c:v>
                </c:pt>
                <c:pt idx="140">
                  <c:v>12.328894</c:v>
                </c:pt>
                <c:pt idx="141">
                  <c:v>13.521375</c:v>
                </c:pt>
                <c:pt idx="142">
                  <c:v>11.827657</c:v>
                </c:pt>
                <c:pt idx="143">
                  <c:v>13.300901</c:v>
                </c:pt>
                <c:pt idx="144">
                  <c:v>12.727506</c:v>
                </c:pt>
                <c:pt idx="145">
                  <c:v>13.180938</c:v>
                </c:pt>
                <c:pt idx="146">
                  <c:v>14.370651</c:v>
                </c:pt>
                <c:pt idx="147">
                  <c:v>23.250354</c:v>
                </c:pt>
                <c:pt idx="148">
                  <c:v>13.138629</c:v>
                </c:pt>
                <c:pt idx="149">
                  <c:v>13.578473</c:v>
                </c:pt>
                <c:pt idx="150">
                  <c:v>14.268549</c:v>
                </c:pt>
                <c:pt idx="151">
                  <c:v>14.707806</c:v>
                </c:pt>
                <c:pt idx="152">
                  <c:v>15.480825</c:v>
                </c:pt>
                <c:pt idx="153">
                  <c:v>16.462062</c:v>
                </c:pt>
                <c:pt idx="154">
                  <c:v>15.094446</c:v>
                </c:pt>
                <c:pt idx="155">
                  <c:v>15.299591</c:v>
                </c:pt>
                <c:pt idx="156">
                  <c:v>16.115175</c:v>
                </c:pt>
                <c:pt idx="157">
                  <c:v>13.897215</c:v>
                </c:pt>
                <c:pt idx="158">
                  <c:v>12.044738</c:v>
                </c:pt>
                <c:pt idx="159">
                  <c:v>11.886701</c:v>
                </c:pt>
                <c:pt idx="160">
                  <c:v>12.006787</c:v>
                </c:pt>
                <c:pt idx="161">
                  <c:v>11.822919</c:v>
                </c:pt>
                <c:pt idx="162">
                  <c:v>14.801914</c:v>
                </c:pt>
                <c:pt idx="163">
                  <c:v>10.52162</c:v>
                </c:pt>
                <c:pt idx="164">
                  <c:v>11.20937</c:v>
                </c:pt>
                <c:pt idx="165">
                  <c:v>11.577535</c:v>
                </c:pt>
                <c:pt idx="166">
                  <c:v>9.842132</c:v>
                </c:pt>
                <c:pt idx="167">
                  <c:v>10.599406</c:v>
                </c:pt>
                <c:pt idx="168">
                  <c:v>10.25689</c:v>
                </c:pt>
                <c:pt idx="169">
                  <c:v>9.729196</c:v>
                </c:pt>
                <c:pt idx="170">
                  <c:v>9.685159</c:v>
                </c:pt>
                <c:pt idx="171">
                  <c:v>9.665621</c:v>
                </c:pt>
                <c:pt idx="172">
                  <c:v>8.092453</c:v>
                </c:pt>
                <c:pt idx="173">
                  <c:v>7.864622</c:v>
                </c:pt>
                <c:pt idx="174">
                  <c:v>6.930041</c:v>
                </c:pt>
                <c:pt idx="175">
                  <c:v>6.693433</c:v>
                </c:pt>
                <c:pt idx="176">
                  <c:v>7.155802</c:v>
                </c:pt>
                <c:pt idx="177">
                  <c:v>6.336078</c:v>
                </c:pt>
                <c:pt idx="178">
                  <c:v>6.768639</c:v>
                </c:pt>
                <c:pt idx="179">
                  <c:v>6.277316</c:v>
                </c:pt>
                <c:pt idx="180">
                  <c:v>5.875545</c:v>
                </c:pt>
                <c:pt idx="181">
                  <c:v>6.892433</c:v>
                </c:pt>
                <c:pt idx="182">
                  <c:v>6.107036</c:v>
                </c:pt>
                <c:pt idx="183">
                  <c:v>5.552629</c:v>
                </c:pt>
                <c:pt idx="184">
                  <c:v>6.104577</c:v>
                </c:pt>
                <c:pt idx="185">
                  <c:v>5.405365</c:v>
                </c:pt>
                <c:pt idx="186">
                  <c:v>5.06979</c:v>
                </c:pt>
                <c:pt idx="187">
                  <c:v>5.162025</c:v>
                </c:pt>
                <c:pt idx="188">
                  <c:v>5.359029</c:v>
                </c:pt>
                <c:pt idx="189">
                  <c:v>4.684291</c:v>
                </c:pt>
                <c:pt idx="190">
                  <c:v>4.971594</c:v>
                </c:pt>
                <c:pt idx="191">
                  <c:v>5.041608</c:v>
                </c:pt>
                <c:pt idx="192">
                  <c:v>4.686788</c:v>
                </c:pt>
                <c:pt idx="193">
                  <c:v>4.899243</c:v>
                </c:pt>
                <c:pt idx="194">
                  <c:v>5.385705</c:v>
                </c:pt>
                <c:pt idx="195">
                  <c:v>4.764319</c:v>
                </c:pt>
                <c:pt idx="196">
                  <c:v>4.888652</c:v>
                </c:pt>
                <c:pt idx="197">
                  <c:v>5.123265</c:v>
                </c:pt>
                <c:pt idx="198">
                  <c:v>4.647931</c:v>
                </c:pt>
                <c:pt idx="199">
                  <c:v>5.190659</c:v>
                </c:pt>
                <c:pt idx="200">
                  <c:v>5.875668</c:v>
                </c:pt>
                <c:pt idx="201">
                  <c:v>5.062469</c:v>
                </c:pt>
                <c:pt idx="202">
                  <c:v>5.46097</c:v>
                </c:pt>
                <c:pt idx="203">
                  <c:v>6.13446</c:v>
                </c:pt>
                <c:pt idx="204">
                  <c:v>5.259559</c:v>
                </c:pt>
                <c:pt idx="205">
                  <c:v>6.334132</c:v>
                </c:pt>
                <c:pt idx="206">
                  <c:v>8.738492</c:v>
                </c:pt>
                <c:pt idx="207">
                  <c:v>7.2794</c:v>
                </c:pt>
                <c:pt idx="208">
                  <c:v>7.386814</c:v>
                </c:pt>
                <c:pt idx="209">
                  <c:v>7.934328</c:v>
                </c:pt>
                <c:pt idx="210">
                  <c:v>8.554257</c:v>
                </c:pt>
                <c:pt idx="211">
                  <c:v>9.503702</c:v>
                </c:pt>
                <c:pt idx="212">
                  <c:v>7.727923</c:v>
                </c:pt>
                <c:pt idx="213">
                  <c:v>8.971965</c:v>
                </c:pt>
                <c:pt idx="214">
                  <c:v>10.863705</c:v>
                </c:pt>
                <c:pt idx="215">
                  <c:v>10.485846</c:v>
                </c:pt>
                <c:pt idx="216">
                  <c:v>9.747507</c:v>
                </c:pt>
                <c:pt idx="217">
                  <c:v>8.637125</c:v>
                </c:pt>
                <c:pt idx="218">
                  <c:v>8.068163</c:v>
                </c:pt>
                <c:pt idx="219">
                  <c:v>8.74901</c:v>
                </c:pt>
                <c:pt idx="220">
                  <c:v>8.493622</c:v>
                </c:pt>
                <c:pt idx="221">
                  <c:v>7.853787</c:v>
                </c:pt>
                <c:pt idx="222">
                  <c:v>7.866678</c:v>
                </c:pt>
                <c:pt idx="223">
                  <c:v>9.343805</c:v>
                </c:pt>
                <c:pt idx="224">
                  <c:v>7.378134</c:v>
                </c:pt>
                <c:pt idx="225">
                  <c:v>10.836528</c:v>
                </c:pt>
                <c:pt idx="226">
                  <c:v>11.461146</c:v>
                </c:pt>
                <c:pt idx="227">
                  <c:v>9.086176</c:v>
                </c:pt>
                <c:pt idx="228">
                  <c:v>9.00578</c:v>
                </c:pt>
                <c:pt idx="229">
                  <c:v>8.030176</c:v>
                </c:pt>
                <c:pt idx="230">
                  <c:v>8.844426</c:v>
                </c:pt>
                <c:pt idx="231">
                  <c:v>7.893402</c:v>
                </c:pt>
                <c:pt idx="232">
                  <c:v>7.51176</c:v>
                </c:pt>
                <c:pt idx="233">
                  <c:v>7.933155</c:v>
                </c:pt>
                <c:pt idx="234">
                  <c:v>9.223512</c:v>
                </c:pt>
                <c:pt idx="235">
                  <c:v>9.048212</c:v>
                </c:pt>
                <c:pt idx="236">
                  <c:v>7.874403</c:v>
                </c:pt>
                <c:pt idx="237">
                  <c:v>9.184666</c:v>
                </c:pt>
                <c:pt idx="238">
                  <c:v>8.390124</c:v>
                </c:pt>
                <c:pt idx="239">
                  <c:v>8.757014</c:v>
                </c:pt>
                <c:pt idx="240">
                  <c:v>9.415496</c:v>
                </c:pt>
                <c:pt idx="241">
                  <c:v>9.534797</c:v>
                </c:pt>
                <c:pt idx="242">
                  <c:v>9.702996</c:v>
                </c:pt>
                <c:pt idx="243">
                  <c:v>8.384885</c:v>
                </c:pt>
                <c:pt idx="244">
                  <c:v>9.165859</c:v>
                </c:pt>
                <c:pt idx="245">
                  <c:v>9.929527</c:v>
                </c:pt>
                <c:pt idx="246">
                  <c:v>10.114863</c:v>
                </c:pt>
                <c:pt idx="247">
                  <c:v>10.049697</c:v>
                </c:pt>
                <c:pt idx="248">
                  <c:v>9.738006</c:v>
                </c:pt>
                <c:pt idx="249">
                  <c:v>10.401579</c:v>
                </c:pt>
                <c:pt idx="250">
                  <c:v>9.075501</c:v>
                </c:pt>
                <c:pt idx="251">
                  <c:v>10.082103</c:v>
                </c:pt>
                <c:pt idx="252">
                  <c:v>9.346388</c:v>
                </c:pt>
                <c:pt idx="253">
                  <c:v>8.959416</c:v>
                </c:pt>
                <c:pt idx="254">
                  <c:v>8.190842</c:v>
                </c:pt>
                <c:pt idx="255">
                  <c:v>8.926119</c:v>
                </c:pt>
                <c:pt idx="256">
                  <c:v>7.420186</c:v>
                </c:pt>
                <c:pt idx="257">
                  <c:v>8.130623</c:v>
                </c:pt>
                <c:pt idx="258">
                  <c:v>10.260914</c:v>
                </c:pt>
                <c:pt idx="259">
                  <c:v>10.271701</c:v>
                </c:pt>
                <c:pt idx="260">
                  <c:v>10.468582</c:v>
                </c:pt>
                <c:pt idx="261">
                  <c:v>10.359161</c:v>
                </c:pt>
                <c:pt idx="262">
                  <c:v>11.069267</c:v>
                </c:pt>
                <c:pt idx="263">
                  <c:v>11.708329</c:v>
                </c:pt>
                <c:pt idx="264">
                  <c:v>10.988785</c:v>
                </c:pt>
                <c:pt idx="265">
                  <c:v>11.044625</c:v>
                </c:pt>
                <c:pt idx="266">
                  <c:v>8.830949</c:v>
                </c:pt>
                <c:pt idx="267">
                  <c:v>10.737181</c:v>
                </c:pt>
                <c:pt idx="268">
                  <c:v>10.344874</c:v>
                </c:pt>
                <c:pt idx="269">
                  <c:v>13.069191</c:v>
                </c:pt>
                <c:pt idx="270">
                  <c:v>10.653615</c:v>
                </c:pt>
                <c:pt idx="271">
                  <c:v>12.743187</c:v>
                </c:pt>
                <c:pt idx="272">
                  <c:v>14.035235</c:v>
                </c:pt>
                <c:pt idx="273">
                  <c:v>10.843971</c:v>
                </c:pt>
                <c:pt idx="274">
                  <c:v>11.815941</c:v>
                </c:pt>
                <c:pt idx="275">
                  <c:v>11.532175</c:v>
                </c:pt>
                <c:pt idx="276">
                  <c:v>12.461271</c:v>
                </c:pt>
                <c:pt idx="277">
                  <c:v>12.335899</c:v>
                </c:pt>
                <c:pt idx="278">
                  <c:v>12.466474</c:v>
                </c:pt>
                <c:pt idx="279">
                  <c:v>14.592347</c:v>
                </c:pt>
                <c:pt idx="280">
                  <c:v>14.203813</c:v>
                </c:pt>
                <c:pt idx="281">
                  <c:v>13.343333</c:v>
                </c:pt>
                <c:pt idx="282">
                  <c:v>12.174972</c:v>
                </c:pt>
                <c:pt idx="283">
                  <c:v>13.561284</c:v>
                </c:pt>
                <c:pt idx="284">
                  <c:v>13.1228</c:v>
                </c:pt>
                <c:pt idx="285">
                  <c:v>14.714283</c:v>
                </c:pt>
                <c:pt idx="286">
                  <c:v>13.624356</c:v>
                </c:pt>
                <c:pt idx="287">
                  <c:v>13.119284</c:v>
                </c:pt>
                <c:pt idx="288">
                  <c:v>17.210314</c:v>
                </c:pt>
                <c:pt idx="289">
                  <c:v>13.493556</c:v>
                </c:pt>
                <c:pt idx="290">
                  <c:v>14.16941</c:v>
                </c:pt>
                <c:pt idx="291">
                  <c:v>15.314659</c:v>
                </c:pt>
                <c:pt idx="292">
                  <c:v>15.721594</c:v>
                </c:pt>
                <c:pt idx="293">
                  <c:v>15.782468</c:v>
                </c:pt>
                <c:pt idx="294">
                  <c:v>14.788688</c:v>
                </c:pt>
                <c:pt idx="295">
                  <c:v>16.004405</c:v>
                </c:pt>
                <c:pt idx="296">
                  <c:v>15.702792</c:v>
                </c:pt>
                <c:pt idx="297">
                  <c:v>18.808397</c:v>
                </c:pt>
                <c:pt idx="298">
                  <c:v>13.078911</c:v>
                </c:pt>
                <c:pt idx="299">
                  <c:v>13.230678</c:v>
                </c:pt>
                <c:pt idx="300">
                  <c:v>26.966387</c:v>
                </c:pt>
                <c:pt idx="301">
                  <c:v>25.545013</c:v>
                </c:pt>
                <c:pt idx="302">
                  <c:v>15.42172</c:v>
                </c:pt>
                <c:pt idx="303">
                  <c:v>15.036563</c:v>
                </c:pt>
                <c:pt idx="304">
                  <c:v>10.888093</c:v>
                </c:pt>
                <c:pt idx="305">
                  <c:v>12.518566</c:v>
                </c:pt>
                <c:pt idx="306">
                  <c:v>12.705508</c:v>
                </c:pt>
                <c:pt idx="307">
                  <c:v>12.650736</c:v>
                </c:pt>
                <c:pt idx="308">
                  <c:v>10.366593</c:v>
                </c:pt>
                <c:pt idx="309">
                  <c:v>10.911695</c:v>
                </c:pt>
                <c:pt idx="310">
                  <c:v>10.998863</c:v>
                </c:pt>
                <c:pt idx="311">
                  <c:v>10.166505</c:v>
                </c:pt>
                <c:pt idx="312">
                  <c:v>10.347557</c:v>
                </c:pt>
                <c:pt idx="313">
                  <c:v>9.008009</c:v>
                </c:pt>
                <c:pt idx="314">
                  <c:v>8.164474</c:v>
                </c:pt>
                <c:pt idx="315">
                  <c:v>8.087544</c:v>
                </c:pt>
                <c:pt idx="316">
                  <c:v>8.128189</c:v>
                </c:pt>
                <c:pt idx="317">
                  <c:v>7.457308</c:v>
                </c:pt>
                <c:pt idx="318">
                  <c:v>7.685897</c:v>
                </c:pt>
                <c:pt idx="319">
                  <c:v>7.327539</c:v>
                </c:pt>
                <c:pt idx="320">
                  <c:v>5.843373</c:v>
                </c:pt>
                <c:pt idx="321">
                  <c:v>8.68092</c:v>
                </c:pt>
                <c:pt idx="322">
                  <c:v>7.356994</c:v>
                </c:pt>
                <c:pt idx="323">
                  <c:v>7.838767</c:v>
                </c:pt>
                <c:pt idx="324">
                  <c:v>9.864534</c:v>
                </c:pt>
                <c:pt idx="325">
                  <c:v>8.423916</c:v>
                </c:pt>
                <c:pt idx="326">
                  <c:v>6.650916</c:v>
                </c:pt>
                <c:pt idx="327">
                  <c:v>6.911714</c:v>
                </c:pt>
                <c:pt idx="328">
                  <c:v>6.341622</c:v>
                </c:pt>
                <c:pt idx="329">
                  <c:v>6.635797</c:v>
                </c:pt>
                <c:pt idx="330">
                  <c:v>5.969285</c:v>
                </c:pt>
                <c:pt idx="331">
                  <c:v>5.832159</c:v>
                </c:pt>
                <c:pt idx="332">
                  <c:v>5.455266</c:v>
                </c:pt>
                <c:pt idx="333">
                  <c:v>5.673179</c:v>
                </c:pt>
                <c:pt idx="334">
                  <c:v>5.592393</c:v>
                </c:pt>
                <c:pt idx="335">
                  <c:v>6.427445</c:v>
                </c:pt>
                <c:pt idx="336">
                  <c:v>8.280888</c:v>
                </c:pt>
                <c:pt idx="337">
                  <c:v>6.444779</c:v>
                </c:pt>
                <c:pt idx="338">
                  <c:v>6.224625</c:v>
                </c:pt>
                <c:pt idx="339">
                  <c:v>5.710984</c:v>
                </c:pt>
                <c:pt idx="340">
                  <c:v>6.316173</c:v>
                </c:pt>
                <c:pt idx="341">
                  <c:v>5.595466</c:v>
                </c:pt>
                <c:pt idx="342">
                  <c:v>5.930637</c:v>
                </c:pt>
                <c:pt idx="343">
                  <c:v>5.837105</c:v>
                </c:pt>
                <c:pt idx="344">
                  <c:v>5.752082</c:v>
                </c:pt>
                <c:pt idx="345">
                  <c:v>6.288408</c:v>
                </c:pt>
                <c:pt idx="346">
                  <c:v>6.947658</c:v>
                </c:pt>
                <c:pt idx="347">
                  <c:v>6.80184</c:v>
                </c:pt>
                <c:pt idx="348">
                  <c:v>7.189665</c:v>
                </c:pt>
                <c:pt idx="349">
                  <c:v>7.312505</c:v>
                </c:pt>
                <c:pt idx="350">
                  <c:v>6.735412</c:v>
                </c:pt>
                <c:pt idx="351">
                  <c:v>7.68292</c:v>
                </c:pt>
                <c:pt idx="352">
                  <c:v>9.008879</c:v>
                </c:pt>
                <c:pt idx="353">
                  <c:v>8.662958</c:v>
                </c:pt>
                <c:pt idx="354">
                  <c:v>8.527447</c:v>
                </c:pt>
                <c:pt idx="355">
                  <c:v>8.786325</c:v>
                </c:pt>
                <c:pt idx="356">
                  <c:v>9.372231</c:v>
                </c:pt>
                <c:pt idx="357">
                  <c:v>8.418246</c:v>
                </c:pt>
                <c:pt idx="358">
                  <c:v>7.837125</c:v>
                </c:pt>
                <c:pt idx="359">
                  <c:v>9.999321</c:v>
                </c:pt>
                <c:pt idx="360">
                  <c:v>14.319468</c:v>
                </c:pt>
                <c:pt idx="361">
                  <c:v>8.646333</c:v>
                </c:pt>
                <c:pt idx="362">
                  <c:v>7.714286</c:v>
                </c:pt>
                <c:pt idx="363">
                  <c:v>8.171549</c:v>
                </c:pt>
                <c:pt idx="364">
                  <c:v>8.853132</c:v>
                </c:pt>
                <c:pt idx="365">
                  <c:v>7.658079</c:v>
                </c:pt>
                <c:pt idx="366">
                  <c:v>9.044588</c:v>
                </c:pt>
                <c:pt idx="367">
                  <c:v>8.240902</c:v>
                </c:pt>
                <c:pt idx="368">
                  <c:v>8.324762</c:v>
                </c:pt>
                <c:pt idx="369">
                  <c:v>7.683593</c:v>
                </c:pt>
                <c:pt idx="370">
                  <c:v>7.655972</c:v>
                </c:pt>
                <c:pt idx="371">
                  <c:v>9.314984</c:v>
                </c:pt>
                <c:pt idx="372">
                  <c:v>8.760871</c:v>
                </c:pt>
                <c:pt idx="373">
                  <c:v>7.917581</c:v>
                </c:pt>
                <c:pt idx="374">
                  <c:v>8.945951</c:v>
                </c:pt>
                <c:pt idx="375">
                  <c:v>8.790339</c:v>
                </c:pt>
                <c:pt idx="376">
                  <c:v>7.795575</c:v>
                </c:pt>
                <c:pt idx="377">
                  <c:v>8.565313</c:v>
                </c:pt>
                <c:pt idx="378">
                  <c:v>7.565519</c:v>
                </c:pt>
                <c:pt idx="379">
                  <c:v>7.397331</c:v>
                </c:pt>
                <c:pt idx="380">
                  <c:v>6.766581</c:v>
                </c:pt>
                <c:pt idx="381">
                  <c:v>8.024446</c:v>
                </c:pt>
                <c:pt idx="382">
                  <c:v>9.610675</c:v>
                </c:pt>
                <c:pt idx="383">
                  <c:v>18.574874</c:v>
                </c:pt>
                <c:pt idx="384">
                  <c:v>13.515072</c:v>
                </c:pt>
                <c:pt idx="385">
                  <c:v>13.92617</c:v>
                </c:pt>
                <c:pt idx="386">
                  <c:v>13.051243</c:v>
                </c:pt>
                <c:pt idx="387">
                  <c:v>8.654144</c:v>
                </c:pt>
                <c:pt idx="388">
                  <c:v>8.660093</c:v>
                </c:pt>
                <c:pt idx="389">
                  <c:v>8.395828</c:v>
                </c:pt>
                <c:pt idx="390">
                  <c:v>12.936412</c:v>
                </c:pt>
                <c:pt idx="391">
                  <c:v>8.164742</c:v>
                </c:pt>
                <c:pt idx="392">
                  <c:v>10.031371</c:v>
                </c:pt>
                <c:pt idx="393">
                  <c:v>9.510703</c:v>
                </c:pt>
                <c:pt idx="394">
                  <c:v>10.850214</c:v>
                </c:pt>
                <c:pt idx="395">
                  <c:v>10.119417</c:v>
                </c:pt>
                <c:pt idx="396">
                  <c:v>9.370957</c:v>
                </c:pt>
                <c:pt idx="397">
                  <c:v>8.956994</c:v>
                </c:pt>
                <c:pt idx="398">
                  <c:v>9.284013</c:v>
                </c:pt>
                <c:pt idx="399">
                  <c:v>8.853522</c:v>
                </c:pt>
                <c:pt idx="400">
                  <c:v>8.002214</c:v>
                </c:pt>
                <c:pt idx="401">
                  <c:v>8.669248</c:v>
                </c:pt>
                <c:pt idx="402">
                  <c:v>9.853723</c:v>
                </c:pt>
                <c:pt idx="403">
                  <c:v>9.676331</c:v>
                </c:pt>
                <c:pt idx="404">
                  <c:v>8.06318</c:v>
                </c:pt>
                <c:pt idx="405">
                  <c:v>9.695184</c:v>
                </c:pt>
                <c:pt idx="406">
                  <c:v>9.40514</c:v>
                </c:pt>
                <c:pt idx="407">
                  <c:v>10.39573</c:v>
                </c:pt>
                <c:pt idx="408">
                  <c:v>10.590775</c:v>
                </c:pt>
                <c:pt idx="409">
                  <c:v>9.708491</c:v>
                </c:pt>
                <c:pt idx="410">
                  <c:v>10.227237</c:v>
                </c:pt>
                <c:pt idx="411">
                  <c:v>11.133061</c:v>
                </c:pt>
                <c:pt idx="412">
                  <c:v>10.04856</c:v>
                </c:pt>
                <c:pt idx="413">
                  <c:v>10.110801</c:v>
                </c:pt>
                <c:pt idx="414">
                  <c:v>11.524131</c:v>
                </c:pt>
                <c:pt idx="415">
                  <c:v>10.402303</c:v>
                </c:pt>
                <c:pt idx="416">
                  <c:v>11.030432</c:v>
                </c:pt>
                <c:pt idx="417">
                  <c:v>10.636632</c:v>
                </c:pt>
                <c:pt idx="418">
                  <c:v>11.016609</c:v>
                </c:pt>
                <c:pt idx="419">
                  <c:v>12.446567</c:v>
                </c:pt>
                <c:pt idx="420">
                  <c:v>12.876349</c:v>
                </c:pt>
                <c:pt idx="421">
                  <c:v>12.180274</c:v>
                </c:pt>
                <c:pt idx="422">
                  <c:v>12.499248</c:v>
                </c:pt>
                <c:pt idx="423">
                  <c:v>12.64274</c:v>
                </c:pt>
                <c:pt idx="424">
                  <c:v>12.388014</c:v>
                </c:pt>
                <c:pt idx="425">
                  <c:v>13.536831</c:v>
                </c:pt>
                <c:pt idx="426">
                  <c:v>17.418277</c:v>
                </c:pt>
                <c:pt idx="427">
                  <c:v>14.099325</c:v>
                </c:pt>
                <c:pt idx="428">
                  <c:v>11.9633</c:v>
                </c:pt>
                <c:pt idx="429">
                  <c:v>11.470974</c:v>
                </c:pt>
                <c:pt idx="430">
                  <c:v>10.996889</c:v>
                </c:pt>
                <c:pt idx="431">
                  <c:v>13.13563</c:v>
                </c:pt>
                <c:pt idx="432">
                  <c:v>14.098995</c:v>
                </c:pt>
                <c:pt idx="433">
                  <c:v>23.272587</c:v>
                </c:pt>
                <c:pt idx="434">
                  <c:v>15.565836</c:v>
                </c:pt>
                <c:pt idx="435">
                  <c:v>15.929508</c:v>
                </c:pt>
                <c:pt idx="436">
                  <c:v>16.514668</c:v>
                </c:pt>
                <c:pt idx="437">
                  <c:v>18.625618</c:v>
                </c:pt>
                <c:pt idx="438">
                  <c:v>38.272918</c:v>
                </c:pt>
                <c:pt idx="439">
                  <c:v>14.124518</c:v>
                </c:pt>
                <c:pt idx="440">
                  <c:v>14.357489</c:v>
                </c:pt>
                <c:pt idx="441">
                  <c:v>13.431134</c:v>
                </c:pt>
                <c:pt idx="442">
                  <c:v>14.484564</c:v>
                </c:pt>
                <c:pt idx="443">
                  <c:v>13.361157</c:v>
                </c:pt>
                <c:pt idx="444">
                  <c:v>11.908799</c:v>
                </c:pt>
                <c:pt idx="445">
                  <c:v>12.543604</c:v>
                </c:pt>
                <c:pt idx="446">
                  <c:v>14.70941</c:v>
                </c:pt>
                <c:pt idx="447">
                  <c:v>17.111644</c:v>
                </c:pt>
                <c:pt idx="448">
                  <c:v>14.169841</c:v>
                </c:pt>
                <c:pt idx="449">
                  <c:v>11.034524</c:v>
                </c:pt>
                <c:pt idx="450">
                  <c:v>10.480986</c:v>
                </c:pt>
                <c:pt idx="451">
                  <c:v>11.415225</c:v>
                </c:pt>
                <c:pt idx="452">
                  <c:v>11.459774</c:v>
                </c:pt>
                <c:pt idx="453">
                  <c:v>10.246693</c:v>
                </c:pt>
                <c:pt idx="454">
                  <c:v>10.565986</c:v>
                </c:pt>
                <c:pt idx="455">
                  <c:v>10.001331</c:v>
                </c:pt>
                <c:pt idx="456">
                  <c:v>11.048053</c:v>
                </c:pt>
                <c:pt idx="457">
                  <c:v>8.466811</c:v>
                </c:pt>
                <c:pt idx="458">
                  <c:v>9.408605</c:v>
                </c:pt>
                <c:pt idx="459">
                  <c:v>8.194431</c:v>
                </c:pt>
                <c:pt idx="460">
                  <c:v>7.055745</c:v>
                </c:pt>
                <c:pt idx="461">
                  <c:v>8.509306</c:v>
                </c:pt>
                <c:pt idx="462">
                  <c:v>6.862672</c:v>
                </c:pt>
                <c:pt idx="463">
                  <c:v>6.824904</c:v>
                </c:pt>
                <c:pt idx="464">
                  <c:v>7.634614</c:v>
                </c:pt>
                <c:pt idx="465">
                  <c:v>7.683057</c:v>
                </c:pt>
                <c:pt idx="466">
                  <c:v>6.350329</c:v>
                </c:pt>
                <c:pt idx="467">
                  <c:v>5.623721</c:v>
                </c:pt>
                <c:pt idx="468">
                  <c:v>5.015753</c:v>
                </c:pt>
                <c:pt idx="469">
                  <c:v>5.218242</c:v>
                </c:pt>
                <c:pt idx="470">
                  <c:v>5.795836</c:v>
                </c:pt>
                <c:pt idx="471">
                  <c:v>5.040274</c:v>
                </c:pt>
                <c:pt idx="472">
                  <c:v>4.795733</c:v>
                </c:pt>
                <c:pt idx="473">
                  <c:v>4.798854</c:v>
                </c:pt>
                <c:pt idx="474">
                  <c:v>4.481631</c:v>
                </c:pt>
                <c:pt idx="475">
                  <c:v>4.831175</c:v>
                </c:pt>
                <c:pt idx="476">
                  <c:v>5.420326</c:v>
                </c:pt>
                <c:pt idx="477">
                  <c:v>5.346774</c:v>
                </c:pt>
                <c:pt idx="478">
                  <c:v>4.662634</c:v>
                </c:pt>
                <c:pt idx="479">
                  <c:v>4.56827</c:v>
                </c:pt>
                <c:pt idx="480">
                  <c:v>4.964188</c:v>
                </c:pt>
                <c:pt idx="481">
                  <c:v>4.501867</c:v>
                </c:pt>
                <c:pt idx="482">
                  <c:v>4.957882</c:v>
                </c:pt>
                <c:pt idx="483">
                  <c:v>4.727997</c:v>
                </c:pt>
                <c:pt idx="484">
                  <c:v>4.405091</c:v>
                </c:pt>
                <c:pt idx="485">
                  <c:v>5.865702</c:v>
                </c:pt>
                <c:pt idx="486">
                  <c:v>5.286432</c:v>
                </c:pt>
                <c:pt idx="487">
                  <c:v>6.16684</c:v>
                </c:pt>
                <c:pt idx="488">
                  <c:v>5.800707</c:v>
                </c:pt>
                <c:pt idx="489">
                  <c:v>7.620854</c:v>
                </c:pt>
                <c:pt idx="490">
                  <c:v>5.474436</c:v>
                </c:pt>
                <c:pt idx="491">
                  <c:v>7.054827</c:v>
                </c:pt>
                <c:pt idx="492">
                  <c:v>6.240049</c:v>
                </c:pt>
                <c:pt idx="493">
                  <c:v>8.542102</c:v>
                </c:pt>
                <c:pt idx="494">
                  <c:v>7.491891</c:v>
                </c:pt>
                <c:pt idx="495">
                  <c:v>7.077107</c:v>
                </c:pt>
                <c:pt idx="496">
                  <c:v>7.491241</c:v>
                </c:pt>
                <c:pt idx="497">
                  <c:v>8.165098</c:v>
                </c:pt>
                <c:pt idx="498">
                  <c:v>9.106743</c:v>
                </c:pt>
                <c:pt idx="499">
                  <c:v>8.156333</c:v>
                </c:pt>
                <c:pt idx="500">
                  <c:v>8.479543</c:v>
                </c:pt>
                <c:pt idx="501">
                  <c:v>7.956122</c:v>
                </c:pt>
                <c:pt idx="502">
                  <c:v>8.761179</c:v>
                </c:pt>
                <c:pt idx="503">
                  <c:v>10.388211</c:v>
                </c:pt>
                <c:pt idx="504">
                  <c:v>9.381792</c:v>
                </c:pt>
                <c:pt idx="505">
                  <c:v>7.383154</c:v>
                </c:pt>
                <c:pt idx="506">
                  <c:v>8.309962</c:v>
                </c:pt>
                <c:pt idx="507">
                  <c:v>8.617379</c:v>
                </c:pt>
                <c:pt idx="508">
                  <c:v>8.475087</c:v>
                </c:pt>
                <c:pt idx="509">
                  <c:v>7.806053</c:v>
                </c:pt>
                <c:pt idx="510">
                  <c:v>7.196569</c:v>
                </c:pt>
                <c:pt idx="511">
                  <c:v>7.544754</c:v>
                </c:pt>
                <c:pt idx="512">
                  <c:v>8.139549</c:v>
                </c:pt>
                <c:pt idx="513">
                  <c:v>8.378104</c:v>
                </c:pt>
                <c:pt idx="514">
                  <c:v>7.663895</c:v>
                </c:pt>
                <c:pt idx="515">
                  <c:v>7.964275</c:v>
                </c:pt>
                <c:pt idx="516">
                  <c:v>7.819914</c:v>
                </c:pt>
                <c:pt idx="517">
                  <c:v>7.075075</c:v>
                </c:pt>
                <c:pt idx="518">
                  <c:v>7.846932</c:v>
                </c:pt>
                <c:pt idx="519">
                  <c:v>7.682296</c:v>
                </c:pt>
                <c:pt idx="520">
                  <c:v>7.771704</c:v>
                </c:pt>
                <c:pt idx="521">
                  <c:v>6.737824</c:v>
                </c:pt>
                <c:pt idx="522">
                  <c:v>9.146545</c:v>
                </c:pt>
                <c:pt idx="523">
                  <c:v>8.161599</c:v>
                </c:pt>
                <c:pt idx="524">
                  <c:v>5.63388</c:v>
                </c:pt>
                <c:pt idx="525">
                  <c:v>7.545122</c:v>
                </c:pt>
                <c:pt idx="526">
                  <c:v>11.112631</c:v>
                </c:pt>
                <c:pt idx="527">
                  <c:v>6.094585</c:v>
                </c:pt>
                <c:pt idx="528">
                  <c:v>7.535694</c:v>
                </c:pt>
                <c:pt idx="529">
                  <c:v>8.017665</c:v>
                </c:pt>
                <c:pt idx="530">
                  <c:v>8.367183</c:v>
                </c:pt>
                <c:pt idx="531">
                  <c:v>7.703525</c:v>
                </c:pt>
                <c:pt idx="532">
                  <c:v>8.907057</c:v>
                </c:pt>
                <c:pt idx="533">
                  <c:v>10.386585</c:v>
                </c:pt>
                <c:pt idx="534">
                  <c:v>7.801353</c:v>
                </c:pt>
                <c:pt idx="535">
                  <c:v>8.893654</c:v>
                </c:pt>
                <c:pt idx="536">
                  <c:v>9.046695</c:v>
                </c:pt>
                <c:pt idx="537">
                  <c:v>9.825824</c:v>
                </c:pt>
                <c:pt idx="538">
                  <c:v>8.701926</c:v>
                </c:pt>
                <c:pt idx="539">
                  <c:v>9.084315</c:v>
                </c:pt>
                <c:pt idx="540">
                  <c:v>9.623532</c:v>
                </c:pt>
                <c:pt idx="541">
                  <c:v>8.874751</c:v>
                </c:pt>
                <c:pt idx="542">
                  <c:v>9.891282</c:v>
                </c:pt>
                <c:pt idx="543">
                  <c:v>8.299568</c:v>
                </c:pt>
                <c:pt idx="544">
                  <c:v>9.92222</c:v>
                </c:pt>
                <c:pt idx="545">
                  <c:v>10.995299</c:v>
                </c:pt>
                <c:pt idx="546">
                  <c:v>11.124689</c:v>
                </c:pt>
                <c:pt idx="547">
                  <c:v>9.401933</c:v>
                </c:pt>
                <c:pt idx="548">
                  <c:v>8.786581</c:v>
                </c:pt>
                <c:pt idx="549">
                  <c:v>12.430545</c:v>
                </c:pt>
                <c:pt idx="550">
                  <c:v>11.249267</c:v>
                </c:pt>
                <c:pt idx="551">
                  <c:v>13.335158</c:v>
                </c:pt>
                <c:pt idx="552">
                  <c:v>10.670681</c:v>
                </c:pt>
                <c:pt idx="553">
                  <c:v>10.871773</c:v>
                </c:pt>
                <c:pt idx="554">
                  <c:v>10.911866</c:v>
                </c:pt>
                <c:pt idx="555">
                  <c:v>10.758115</c:v>
                </c:pt>
                <c:pt idx="556">
                  <c:v>11.025561</c:v>
                </c:pt>
                <c:pt idx="557">
                  <c:v>10.673643</c:v>
                </c:pt>
                <c:pt idx="558">
                  <c:v>11.432682</c:v>
                </c:pt>
                <c:pt idx="559">
                  <c:v>11.180646</c:v>
                </c:pt>
                <c:pt idx="560">
                  <c:v>11.260969</c:v>
                </c:pt>
                <c:pt idx="561">
                  <c:v>11.09222</c:v>
                </c:pt>
                <c:pt idx="562">
                  <c:v>12.373678</c:v>
                </c:pt>
                <c:pt idx="563">
                  <c:v>11.061041</c:v>
                </c:pt>
                <c:pt idx="564">
                  <c:v>10.9934</c:v>
                </c:pt>
                <c:pt idx="565">
                  <c:v>12.076568</c:v>
                </c:pt>
                <c:pt idx="566">
                  <c:v>12.228116</c:v>
                </c:pt>
                <c:pt idx="567">
                  <c:v>13.857426</c:v>
                </c:pt>
                <c:pt idx="568">
                  <c:v>13.556582</c:v>
                </c:pt>
                <c:pt idx="569">
                  <c:v>13.777067</c:v>
                </c:pt>
                <c:pt idx="570">
                  <c:v>14.243954</c:v>
                </c:pt>
                <c:pt idx="571">
                  <c:v>15.482965</c:v>
                </c:pt>
                <c:pt idx="572">
                  <c:v>13.531864</c:v>
                </c:pt>
                <c:pt idx="573">
                  <c:v>12.906109</c:v>
                </c:pt>
                <c:pt idx="574">
                  <c:v>13.108427</c:v>
                </c:pt>
                <c:pt idx="575">
                  <c:v>15.324366</c:v>
                </c:pt>
                <c:pt idx="576">
                  <c:v>14.627948</c:v>
                </c:pt>
                <c:pt idx="577">
                  <c:v>14.758918</c:v>
                </c:pt>
                <c:pt idx="578">
                  <c:v>13.924625</c:v>
                </c:pt>
                <c:pt idx="579">
                  <c:v>13.816831</c:v>
                </c:pt>
                <c:pt idx="580">
                  <c:v>13.867307</c:v>
                </c:pt>
                <c:pt idx="581">
                  <c:v>14.083299</c:v>
                </c:pt>
                <c:pt idx="582">
                  <c:v>15.457296</c:v>
                </c:pt>
                <c:pt idx="583">
                  <c:v>14.643901</c:v>
                </c:pt>
                <c:pt idx="584">
                  <c:v>12.655987</c:v>
                </c:pt>
                <c:pt idx="585">
                  <c:v>13.758729</c:v>
                </c:pt>
                <c:pt idx="586">
                  <c:v>15.007071</c:v>
                </c:pt>
                <c:pt idx="587">
                  <c:v>14.696997</c:v>
                </c:pt>
                <c:pt idx="588">
                  <c:v>13.471597</c:v>
                </c:pt>
                <c:pt idx="589">
                  <c:v>12.510218</c:v>
                </c:pt>
                <c:pt idx="590">
                  <c:v>10.825804</c:v>
                </c:pt>
                <c:pt idx="591">
                  <c:v>14.511084</c:v>
                </c:pt>
                <c:pt idx="592">
                  <c:v>14.849696</c:v>
                </c:pt>
                <c:pt idx="593">
                  <c:v>11.721491</c:v>
                </c:pt>
                <c:pt idx="594">
                  <c:v>9.974201</c:v>
                </c:pt>
                <c:pt idx="595">
                  <c:v>10.442935</c:v>
                </c:pt>
                <c:pt idx="596">
                  <c:v>10.35462</c:v>
                </c:pt>
                <c:pt idx="597">
                  <c:v>9.932821</c:v>
                </c:pt>
                <c:pt idx="598">
                  <c:v>8.575181</c:v>
                </c:pt>
              </c:numCache>
            </c:numRef>
          </c:val>
        </c:ser>
        <c:ser>
          <c:idx val="1"/>
          <c:order val="1"/>
          <c:tx>
            <c:v>기본 GRU</c:v>
          </c:tx>
          <c:spPr>
            <a:ln xmlns:a="http://schemas.openxmlformats.org/drawingml/2006/main" w="19050">
              <a:solidFill>
                <a:srgbClr val="247BA0"/>
              </a:solidFill>
            </a:ln>
          </c:spPr>
          <c:marker>
            <c:symbol val="none"/>
          </c:marker>
          <c:cat>
            <c:strRef>
              <c:f>'Chart Data'!$C$2:$C$600</c:f>
              <c:strCache>
                <c:ptCount val="599"/>
                <c:pt idx="0">
                  <c:v>11-24T20:10</c:v>
                </c:pt>
                <c:pt idx="1">
                  <c:v>11-24T20:20</c:v>
                </c:pt>
                <c:pt idx="2">
                  <c:v>11-24T20:30</c:v>
                </c:pt>
                <c:pt idx="3">
                  <c:v>11-24T20:40</c:v>
                </c:pt>
                <c:pt idx="4">
                  <c:v>11-24T20:50</c:v>
                </c:pt>
                <c:pt idx="5">
                  <c:v>11-24T21:00</c:v>
                </c:pt>
                <c:pt idx="6">
                  <c:v>11-24T21:10</c:v>
                </c:pt>
                <c:pt idx="7">
                  <c:v>11-24T21:20</c:v>
                </c:pt>
                <c:pt idx="8">
                  <c:v>11-24T21:30</c:v>
                </c:pt>
                <c:pt idx="9">
                  <c:v>11-24T21:40</c:v>
                </c:pt>
                <c:pt idx="10">
                  <c:v>11-24T21:50</c:v>
                </c:pt>
                <c:pt idx="11">
                  <c:v>11-24T22:00</c:v>
                </c:pt>
                <c:pt idx="12">
                  <c:v>11-24T22:10</c:v>
                </c:pt>
                <c:pt idx="13">
                  <c:v>11-24T22:20</c:v>
                </c:pt>
                <c:pt idx="14">
                  <c:v>11-24T22:30</c:v>
                </c:pt>
                <c:pt idx="15">
                  <c:v>11-24T22:40</c:v>
                </c:pt>
                <c:pt idx="16">
                  <c:v>11-24T22:50</c:v>
                </c:pt>
                <c:pt idx="17">
                  <c:v>11-24T23:00</c:v>
                </c:pt>
                <c:pt idx="18">
                  <c:v>11-24T23:10</c:v>
                </c:pt>
                <c:pt idx="19">
                  <c:v>11-24T23:20</c:v>
                </c:pt>
                <c:pt idx="20">
                  <c:v>11-24T23:30</c:v>
                </c:pt>
                <c:pt idx="21">
                  <c:v>11-24T23:40</c:v>
                </c:pt>
                <c:pt idx="22">
                  <c:v>11-24T23:50</c:v>
                </c:pt>
                <c:pt idx="23">
                  <c:v>11-25T00:00</c:v>
                </c:pt>
                <c:pt idx="24">
                  <c:v>11-25T00:10</c:v>
                </c:pt>
                <c:pt idx="25">
                  <c:v>11-25T00:20</c:v>
                </c:pt>
                <c:pt idx="26">
                  <c:v>11-25T00:30</c:v>
                </c:pt>
                <c:pt idx="27">
                  <c:v>11-25T00:40</c:v>
                </c:pt>
                <c:pt idx="28">
                  <c:v>11-25T00:50</c:v>
                </c:pt>
                <c:pt idx="29">
                  <c:v>11-25T01:00</c:v>
                </c:pt>
                <c:pt idx="30">
                  <c:v>11-25T01:10</c:v>
                </c:pt>
                <c:pt idx="31">
                  <c:v>11-25T01:20</c:v>
                </c:pt>
                <c:pt idx="32">
                  <c:v>11-25T01:30</c:v>
                </c:pt>
                <c:pt idx="33">
                  <c:v>11-25T01:40</c:v>
                </c:pt>
                <c:pt idx="34">
                  <c:v>11-25T01:50</c:v>
                </c:pt>
                <c:pt idx="35">
                  <c:v>11-25T02:00</c:v>
                </c:pt>
                <c:pt idx="36">
                  <c:v>11-25T02:10</c:v>
                </c:pt>
                <c:pt idx="37">
                  <c:v>11-25T02:20</c:v>
                </c:pt>
                <c:pt idx="38">
                  <c:v>11-25T02:30</c:v>
                </c:pt>
                <c:pt idx="39">
                  <c:v>11-25T02:40</c:v>
                </c:pt>
                <c:pt idx="40">
                  <c:v>11-25T02:50</c:v>
                </c:pt>
                <c:pt idx="41">
                  <c:v>11-25T03:00</c:v>
                </c:pt>
                <c:pt idx="42">
                  <c:v>11-25T03:10</c:v>
                </c:pt>
                <c:pt idx="43">
                  <c:v>11-25T03:20</c:v>
                </c:pt>
                <c:pt idx="44">
                  <c:v>11-25T03:30</c:v>
                </c:pt>
                <c:pt idx="45">
                  <c:v>11-25T03:40</c:v>
                </c:pt>
                <c:pt idx="46">
                  <c:v>11-25T03:50</c:v>
                </c:pt>
                <c:pt idx="47">
                  <c:v>11-25T04:00</c:v>
                </c:pt>
                <c:pt idx="48">
                  <c:v>11-25T04:10</c:v>
                </c:pt>
                <c:pt idx="49">
                  <c:v>11-25T04:20</c:v>
                </c:pt>
                <c:pt idx="50">
                  <c:v>11-25T04:30</c:v>
                </c:pt>
                <c:pt idx="51">
                  <c:v>11-25T04:40</c:v>
                </c:pt>
                <c:pt idx="52">
                  <c:v>11-25T04:50</c:v>
                </c:pt>
                <c:pt idx="53">
                  <c:v>11-25T05:00</c:v>
                </c:pt>
                <c:pt idx="54">
                  <c:v>11-25T05:10</c:v>
                </c:pt>
                <c:pt idx="55">
                  <c:v>11-25T05:20</c:v>
                </c:pt>
                <c:pt idx="56">
                  <c:v>11-25T05:30</c:v>
                </c:pt>
                <c:pt idx="57">
                  <c:v>11-25T05:40</c:v>
                </c:pt>
                <c:pt idx="58">
                  <c:v>11-25T05:50</c:v>
                </c:pt>
                <c:pt idx="59">
                  <c:v>11-25T06:00</c:v>
                </c:pt>
                <c:pt idx="60">
                  <c:v>11-25T06:10</c:v>
                </c:pt>
                <c:pt idx="61">
                  <c:v>11-25T06:20</c:v>
                </c:pt>
                <c:pt idx="62">
                  <c:v>11-25T06:30</c:v>
                </c:pt>
                <c:pt idx="63">
                  <c:v>11-25T06:40</c:v>
                </c:pt>
                <c:pt idx="64">
                  <c:v>11-25T06:50</c:v>
                </c:pt>
                <c:pt idx="65">
                  <c:v>11-25T07:00</c:v>
                </c:pt>
                <c:pt idx="66">
                  <c:v>11-25T07:10</c:v>
                </c:pt>
                <c:pt idx="67">
                  <c:v>11-25T07:20</c:v>
                </c:pt>
                <c:pt idx="68">
                  <c:v>11-25T07:30</c:v>
                </c:pt>
                <c:pt idx="69">
                  <c:v>11-25T07:40</c:v>
                </c:pt>
                <c:pt idx="70">
                  <c:v>11-25T07:50</c:v>
                </c:pt>
                <c:pt idx="71">
                  <c:v>11-25T08:00</c:v>
                </c:pt>
                <c:pt idx="72">
                  <c:v>11-25T08:10</c:v>
                </c:pt>
                <c:pt idx="73">
                  <c:v>11-25T08:20</c:v>
                </c:pt>
                <c:pt idx="74">
                  <c:v>11-25T08:30</c:v>
                </c:pt>
                <c:pt idx="75">
                  <c:v>11-25T08:40</c:v>
                </c:pt>
                <c:pt idx="76">
                  <c:v>11-25T08:50</c:v>
                </c:pt>
                <c:pt idx="77">
                  <c:v>11-25T09:00</c:v>
                </c:pt>
                <c:pt idx="78">
                  <c:v>11-25T09:10</c:v>
                </c:pt>
                <c:pt idx="79">
                  <c:v>11-25T09:20</c:v>
                </c:pt>
                <c:pt idx="80">
                  <c:v>11-25T09:30</c:v>
                </c:pt>
                <c:pt idx="81">
                  <c:v>11-25T09:40</c:v>
                </c:pt>
                <c:pt idx="82">
                  <c:v>11-25T09:50</c:v>
                </c:pt>
                <c:pt idx="83">
                  <c:v>11-25T10:00</c:v>
                </c:pt>
                <c:pt idx="84">
                  <c:v>11-25T10:10</c:v>
                </c:pt>
                <c:pt idx="85">
                  <c:v>11-25T10:20</c:v>
                </c:pt>
                <c:pt idx="86">
                  <c:v>11-25T10:30</c:v>
                </c:pt>
                <c:pt idx="87">
                  <c:v>11-25T10:40</c:v>
                </c:pt>
                <c:pt idx="88">
                  <c:v>11-25T10:50</c:v>
                </c:pt>
                <c:pt idx="89">
                  <c:v>11-25T11:00</c:v>
                </c:pt>
                <c:pt idx="90">
                  <c:v>11-25T11:10</c:v>
                </c:pt>
                <c:pt idx="91">
                  <c:v>11-25T11:20</c:v>
                </c:pt>
                <c:pt idx="92">
                  <c:v>11-25T11:30</c:v>
                </c:pt>
                <c:pt idx="93">
                  <c:v>11-25T11:40</c:v>
                </c:pt>
                <c:pt idx="94">
                  <c:v>11-25T11:50</c:v>
                </c:pt>
                <c:pt idx="95">
                  <c:v>11-25T12:00</c:v>
                </c:pt>
                <c:pt idx="96">
                  <c:v>11-25T12:10</c:v>
                </c:pt>
                <c:pt idx="97">
                  <c:v>11-25T12:20</c:v>
                </c:pt>
                <c:pt idx="98">
                  <c:v>11-25T12:30</c:v>
                </c:pt>
                <c:pt idx="99">
                  <c:v>11-25T12:40</c:v>
                </c:pt>
                <c:pt idx="100">
                  <c:v>11-25T12:50</c:v>
                </c:pt>
                <c:pt idx="101">
                  <c:v>11-25T13:00</c:v>
                </c:pt>
                <c:pt idx="102">
                  <c:v>11-25T13:10</c:v>
                </c:pt>
                <c:pt idx="103">
                  <c:v>11-25T13:20</c:v>
                </c:pt>
                <c:pt idx="104">
                  <c:v>11-25T13:30</c:v>
                </c:pt>
                <c:pt idx="105">
                  <c:v>11-25T13:40</c:v>
                </c:pt>
                <c:pt idx="106">
                  <c:v>11-25T13:50</c:v>
                </c:pt>
                <c:pt idx="107">
                  <c:v>11-25T14:00</c:v>
                </c:pt>
                <c:pt idx="108">
                  <c:v>11-25T14:10</c:v>
                </c:pt>
                <c:pt idx="109">
                  <c:v>11-25T14:20</c:v>
                </c:pt>
                <c:pt idx="110">
                  <c:v>11-25T14:30</c:v>
                </c:pt>
                <c:pt idx="111">
                  <c:v>11-25T14:40</c:v>
                </c:pt>
                <c:pt idx="112">
                  <c:v>11-25T14:50</c:v>
                </c:pt>
                <c:pt idx="113">
                  <c:v>11-25T15:00</c:v>
                </c:pt>
                <c:pt idx="114">
                  <c:v>11-25T15:10</c:v>
                </c:pt>
                <c:pt idx="115">
                  <c:v>11-25T15:20</c:v>
                </c:pt>
                <c:pt idx="116">
                  <c:v>11-25T15:30</c:v>
                </c:pt>
                <c:pt idx="117">
                  <c:v>11-25T15:40</c:v>
                </c:pt>
                <c:pt idx="118">
                  <c:v>11-25T15:50</c:v>
                </c:pt>
                <c:pt idx="119">
                  <c:v>11-25T16:00</c:v>
                </c:pt>
                <c:pt idx="120">
                  <c:v>11-25T16:10</c:v>
                </c:pt>
                <c:pt idx="121">
                  <c:v>11-25T16:20</c:v>
                </c:pt>
                <c:pt idx="122">
                  <c:v>11-25T16:30</c:v>
                </c:pt>
                <c:pt idx="123">
                  <c:v>11-25T16:40</c:v>
                </c:pt>
                <c:pt idx="124">
                  <c:v>11-25T16:50</c:v>
                </c:pt>
                <c:pt idx="125">
                  <c:v>11-25T17:00</c:v>
                </c:pt>
                <c:pt idx="126">
                  <c:v>11-25T17:10</c:v>
                </c:pt>
                <c:pt idx="127">
                  <c:v>11-25T17:20</c:v>
                </c:pt>
                <c:pt idx="128">
                  <c:v>11-25T17:30</c:v>
                </c:pt>
                <c:pt idx="129">
                  <c:v>11-25T17:40</c:v>
                </c:pt>
                <c:pt idx="130">
                  <c:v>11-25T17:50</c:v>
                </c:pt>
                <c:pt idx="131">
                  <c:v>11-25T18:00</c:v>
                </c:pt>
                <c:pt idx="132">
                  <c:v>11-25T18:10</c:v>
                </c:pt>
                <c:pt idx="133">
                  <c:v>11-25T18:20</c:v>
                </c:pt>
                <c:pt idx="134">
                  <c:v>11-25T18:30</c:v>
                </c:pt>
                <c:pt idx="135">
                  <c:v>11-25T18:40</c:v>
                </c:pt>
                <c:pt idx="136">
                  <c:v>11-25T18:50</c:v>
                </c:pt>
                <c:pt idx="137">
                  <c:v>11-25T19:00</c:v>
                </c:pt>
                <c:pt idx="138">
                  <c:v>11-25T19:10</c:v>
                </c:pt>
                <c:pt idx="139">
                  <c:v>11-25T19:20</c:v>
                </c:pt>
                <c:pt idx="140">
                  <c:v>11-25T19:30</c:v>
                </c:pt>
                <c:pt idx="141">
                  <c:v>11-25T19:40</c:v>
                </c:pt>
                <c:pt idx="142">
                  <c:v>11-25T19:50</c:v>
                </c:pt>
                <c:pt idx="143">
                  <c:v>11-25T20:00</c:v>
                </c:pt>
                <c:pt idx="144">
                  <c:v>11-25T20:10</c:v>
                </c:pt>
                <c:pt idx="145">
                  <c:v>11-25T20:20</c:v>
                </c:pt>
                <c:pt idx="146">
                  <c:v>11-25T20:30</c:v>
                </c:pt>
                <c:pt idx="147">
                  <c:v>11-25T20:40</c:v>
                </c:pt>
                <c:pt idx="148">
                  <c:v>11-25T20:50</c:v>
                </c:pt>
                <c:pt idx="149">
                  <c:v>11-25T21:00</c:v>
                </c:pt>
                <c:pt idx="150">
                  <c:v>11-25T21:10</c:v>
                </c:pt>
                <c:pt idx="151">
                  <c:v>11-25T21:20</c:v>
                </c:pt>
                <c:pt idx="152">
                  <c:v>11-25T21:30</c:v>
                </c:pt>
                <c:pt idx="153">
                  <c:v>11-25T21:40</c:v>
                </c:pt>
                <c:pt idx="154">
                  <c:v>11-25T21:50</c:v>
                </c:pt>
                <c:pt idx="155">
                  <c:v>11-25T22:00</c:v>
                </c:pt>
                <c:pt idx="156">
                  <c:v>11-25T22:10</c:v>
                </c:pt>
                <c:pt idx="157">
                  <c:v>11-25T22:20</c:v>
                </c:pt>
                <c:pt idx="158">
                  <c:v>11-25T22:30</c:v>
                </c:pt>
                <c:pt idx="159">
                  <c:v>11-25T22:40</c:v>
                </c:pt>
                <c:pt idx="160">
                  <c:v>11-25T22:50</c:v>
                </c:pt>
                <c:pt idx="161">
                  <c:v>11-25T23:00</c:v>
                </c:pt>
                <c:pt idx="162">
                  <c:v>11-25T23:10</c:v>
                </c:pt>
                <c:pt idx="163">
                  <c:v>11-25T23:20</c:v>
                </c:pt>
                <c:pt idx="164">
                  <c:v>11-25T23:30</c:v>
                </c:pt>
                <c:pt idx="165">
                  <c:v>11-25T23:40</c:v>
                </c:pt>
                <c:pt idx="166">
                  <c:v>11-25T23:50</c:v>
                </c:pt>
                <c:pt idx="167">
                  <c:v>11-26T00:00</c:v>
                </c:pt>
                <c:pt idx="168">
                  <c:v>11-26T00:10</c:v>
                </c:pt>
                <c:pt idx="169">
                  <c:v>11-26T00:20</c:v>
                </c:pt>
                <c:pt idx="170">
                  <c:v>11-26T00:30</c:v>
                </c:pt>
                <c:pt idx="171">
                  <c:v>11-26T00:40</c:v>
                </c:pt>
                <c:pt idx="172">
                  <c:v>11-26T00:50</c:v>
                </c:pt>
                <c:pt idx="173">
                  <c:v>11-26T01:00</c:v>
                </c:pt>
                <c:pt idx="174">
                  <c:v>11-26T01:10</c:v>
                </c:pt>
                <c:pt idx="175">
                  <c:v>11-26T01:20</c:v>
                </c:pt>
                <c:pt idx="176">
                  <c:v>11-26T01:30</c:v>
                </c:pt>
                <c:pt idx="177">
                  <c:v>11-26T01:40</c:v>
                </c:pt>
                <c:pt idx="178">
                  <c:v>11-26T01:50</c:v>
                </c:pt>
                <c:pt idx="179">
                  <c:v>11-26T02:00</c:v>
                </c:pt>
                <c:pt idx="180">
                  <c:v>11-26T02:10</c:v>
                </c:pt>
                <c:pt idx="181">
                  <c:v>11-26T02:20</c:v>
                </c:pt>
                <c:pt idx="182">
                  <c:v>11-26T02:30</c:v>
                </c:pt>
                <c:pt idx="183">
                  <c:v>11-26T02:40</c:v>
                </c:pt>
                <c:pt idx="184">
                  <c:v>11-26T02:50</c:v>
                </c:pt>
                <c:pt idx="185">
                  <c:v>11-26T03:00</c:v>
                </c:pt>
                <c:pt idx="186">
                  <c:v>11-26T03:10</c:v>
                </c:pt>
                <c:pt idx="187">
                  <c:v>11-26T03:20</c:v>
                </c:pt>
                <c:pt idx="188">
                  <c:v>11-26T03:30</c:v>
                </c:pt>
                <c:pt idx="189">
                  <c:v>11-26T03:40</c:v>
                </c:pt>
                <c:pt idx="190">
                  <c:v>11-26T03:50</c:v>
                </c:pt>
                <c:pt idx="191">
                  <c:v>11-26T04:00</c:v>
                </c:pt>
                <c:pt idx="192">
                  <c:v>11-26T04:10</c:v>
                </c:pt>
                <c:pt idx="193">
                  <c:v>11-26T04:20</c:v>
                </c:pt>
                <c:pt idx="194">
                  <c:v>11-26T04:30</c:v>
                </c:pt>
                <c:pt idx="195">
                  <c:v>11-26T04:40</c:v>
                </c:pt>
                <c:pt idx="196">
                  <c:v>11-26T04:50</c:v>
                </c:pt>
                <c:pt idx="197">
                  <c:v>11-26T05:00</c:v>
                </c:pt>
                <c:pt idx="198">
                  <c:v>11-26T05:10</c:v>
                </c:pt>
                <c:pt idx="199">
                  <c:v>11-26T05:20</c:v>
                </c:pt>
                <c:pt idx="200">
                  <c:v>11-26T05:30</c:v>
                </c:pt>
                <c:pt idx="201">
                  <c:v>11-26T05:40</c:v>
                </c:pt>
                <c:pt idx="202">
                  <c:v>11-26T05:50</c:v>
                </c:pt>
                <c:pt idx="203">
                  <c:v>11-26T06:00</c:v>
                </c:pt>
                <c:pt idx="204">
                  <c:v>11-26T06:10</c:v>
                </c:pt>
                <c:pt idx="205">
                  <c:v>11-26T06:20</c:v>
                </c:pt>
                <c:pt idx="206">
                  <c:v>11-26T06:30</c:v>
                </c:pt>
                <c:pt idx="207">
                  <c:v>11-26T06:40</c:v>
                </c:pt>
                <c:pt idx="208">
                  <c:v>11-26T06:50</c:v>
                </c:pt>
                <c:pt idx="209">
                  <c:v>11-26T07:00</c:v>
                </c:pt>
                <c:pt idx="210">
                  <c:v>11-26T07:10</c:v>
                </c:pt>
                <c:pt idx="211">
                  <c:v>11-26T07:20</c:v>
                </c:pt>
                <c:pt idx="212">
                  <c:v>11-26T07:30</c:v>
                </c:pt>
                <c:pt idx="213">
                  <c:v>11-26T07:40</c:v>
                </c:pt>
                <c:pt idx="214">
                  <c:v>11-26T07:50</c:v>
                </c:pt>
                <c:pt idx="215">
                  <c:v>11-26T08:00</c:v>
                </c:pt>
                <c:pt idx="216">
                  <c:v>11-26T08:10</c:v>
                </c:pt>
                <c:pt idx="217">
                  <c:v>11-26T08:20</c:v>
                </c:pt>
                <c:pt idx="218">
                  <c:v>11-26T08:30</c:v>
                </c:pt>
                <c:pt idx="219">
                  <c:v>11-26T08:40</c:v>
                </c:pt>
                <c:pt idx="220">
                  <c:v>11-26T08:50</c:v>
                </c:pt>
                <c:pt idx="221">
                  <c:v>11-26T09:00</c:v>
                </c:pt>
                <c:pt idx="222">
                  <c:v>11-26T09:10</c:v>
                </c:pt>
                <c:pt idx="223">
                  <c:v>11-26T09:20</c:v>
                </c:pt>
                <c:pt idx="224">
                  <c:v>11-26T09:30</c:v>
                </c:pt>
                <c:pt idx="225">
                  <c:v>11-26T09:40</c:v>
                </c:pt>
                <c:pt idx="226">
                  <c:v>11-26T09:50</c:v>
                </c:pt>
                <c:pt idx="227">
                  <c:v>11-26T10:00</c:v>
                </c:pt>
                <c:pt idx="228">
                  <c:v>11-26T10:10</c:v>
                </c:pt>
                <c:pt idx="229">
                  <c:v>11-26T10:20</c:v>
                </c:pt>
                <c:pt idx="230">
                  <c:v>11-26T10:30</c:v>
                </c:pt>
                <c:pt idx="231">
                  <c:v>11-26T10:40</c:v>
                </c:pt>
                <c:pt idx="232">
                  <c:v>11-26T10:50</c:v>
                </c:pt>
                <c:pt idx="233">
                  <c:v>11-26T11:00</c:v>
                </c:pt>
                <c:pt idx="234">
                  <c:v>11-26T11:10</c:v>
                </c:pt>
                <c:pt idx="235">
                  <c:v>11-26T11:20</c:v>
                </c:pt>
                <c:pt idx="236">
                  <c:v>11-26T11:30</c:v>
                </c:pt>
                <c:pt idx="237">
                  <c:v>11-26T11:40</c:v>
                </c:pt>
                <c:pt idx="238">
                  <c:v>11-26T11:50</c:v>
                </c:pt>
                <c:pt idx="239">
                  <c:v>11-26T12:00</c:v>
                </c:pt>
                <c:pt idx="240">
                  <c:v>11-26T12:10</c:v>
                </c:pt>
                <c:pt idx="241">
                  <c:v>11-26T12:20</c:v>
                </c:pt>
                <c:pt idx="242">
                  <c:v>11-26T12:30</c:v>
                </c:pt>
                <c:pt idx="243">
                  <c:v>11-26T12:40</c:v>
                </c:pt>
                <c:pt idx="244">
                  <c:v>11-26T12:50</c:v>
                </c:pt>
                <c:pt idx="245">
                  <c:v>11-26T13:00</c:v>
                </c:pt>
                <c:pt idx="246">
                  <c:v>11-26T13:10</c:v>
                </c:pt>
                <c:pt idx="247">
                  <c:v>11-26T13:20</c:v>
                </c:pt>
                <c:pt idx="248">
                  <c:v>11-26T13:30</c:v>
                </c:pt>
                <c:pt idx="249">
                  <c:v>11-26T13:40</c:v>
                </c:pt>
                <c:pt idx="250">
                  <c:v>11-26T13:50</c:v>
                </c:pt>
                <c:pt idx="251">
                  <c:v>11-26T14:00</c:v>
                </c:pt>
                <c:pt idx="252">
                  <c:v>11-26T14:10</c:v>
                </c:pt>
                <c:pt idx="253">
                  <c:v>11-26T14:20</c:v>
                </c:pt>
                <c:pt idx="254">
                  <c:v>11-26T14:30</c:v>
                </c:pt>
                <c:pt idx="255">
                  <c:v>11-26T14:40</c:v>
                </c:pt>
                <c:pt idx="256">
                  <c:v>11-26T14:50</c:v>
                </c:pt>
                <c:pt idx="257">
                  <c:v>11-26T15:00</c:v>
                </c:pt>
                <c:pt idx="258">
                  <c:v>11-26T15:10</c:v>
                </c:pt>
                <c:pt idx="259">
                  <c:v>11-26T15:20</c:v>
                </c:pt>
                <c:pt idx="260">
                  <c:v>11-26T15:30</c:v>
                </c:pt>
                <c:pt idx="261">
                  <c:v>11-26T15:40</c:v>
                </c:pt>
                <c:pt idx="262">
                  <c:v>11-26T15:50</c:v>
                </c:pt>
                <c:pt idx="263">
                  <c:v>11-26T16:00</c:v>
                </c:pt>
                <c:pt idx="264">
                  <c:v>11-26T16:10</c:v>
                </c:pt>
                <c:pt idx="265">
                  <c:v>11-26T16:20</c:v>
                </c:pt>
                <c:pt idx="266">
                  <c:v>11-26T16:30</c:v>
                </c:pt>
                <c:pt idx="267">
                  <c:v>11-26T16:40</c:v>
                </c:pt>
                <c:pt idx="268">
                  <c:v>11-26T16:50</c:v>
                </c:pt>
                <c:pt idx="269">
                  <c:v>11-26T17:00</c:v>
                </c:pt>
                <c:pt idx="270">
                  <c:v>11-26T17:10</c:v>
                </c:pt>
                <c:pt idx="271">
                  <c:v>11-26T17:20</c:v>
                </c:pt>
                <c:pt idx="272">
                  <c:v>11-26T17:30</c:v>
                </c:pt>
                <c:pt idx="273">
                  <c:v>11-26T17:40</c:v>
                </c:pt>
                <c:pt idx="274">
                  <c:v>11-26T17:50</c:v>
                </c:pt>
                <c:pt idx="275">
                  <c:v>11-26T18:00</c:v>
                </c:pt>
                <c:pt idx="276">
                  <c:v>11-26T18:10</c:v>
                </c:pt>
                <c:pt idx="277">
                  <c:v>11-26T18:20</c:v>
                </c:pt>
                <c:pt idx="278">
                  <c:v>11-26T18:30</c:v>
                </c:pt>
                <c:pt idx="279">
                  <c:v>11-26T18:40</c:v>
                </c:pt>
                <c:pt idx="280">
                  <c:v>11-26T18:50</c:v>
                </c:pt>
                <c:pt idx="281">
                  <c:v>11-26T19:00</c:v>
                </c:pt>
                <c:pt idx="282">
                  <c:v>11-26T19:10</c:v>
                </c:pt>
                <c:pt idx="283">
                  <c:v>11-26T19:20</c:v>
                </c:pt>
                <c:pt idx="284">
                  <c:v>11-26T19:30</c:v>
                </c:pt>
                <c:pt idx="285">
                  <c:v>11-26T19:40</c:v>
                </c:pt>
                <c:pt idx="286">
                  <c:v>11-26T19:50</c:v>
                </c:pt>
                <c:pt idx="287">
                  <c:v>11-26T20:00</c:v>
                </c:pt>
                <c:pt idx="288">
                  <c:v>11-26T20:10</c:v>
                </c:pt>
                <c:pt idx="289">
                  <c:v>11-26T20:20</c:v>
                </c:pt>
                <c:pt idx="290">
                  <c:v>11-26T20:30</c:v>
                </c:pt>
                <c:pt idx="291">
                  <c:v>11-26T20:40</c:v>
                </c:pt>
                <c:pt idx="292">
                  <c:v>11-26T20:50</c:v>
                </c:pt>
                <c:pt idx="293">
                  <c:v>11-26T21:00</c:v>
                </c:pt>
                <c:pt idx="294">
                  <c:v>11-26T21:10</c:v>
                </c:pt>
                <c:pt idx="295">
                  <c:v>11-26T21:20</c:v>
                </c:pt>
                <c:pt idx="296">
                  <c:v>11-26T21:30</c:v>
                </c:pt>
                <c:pt idx="297">
                  <c:v>11-26T21:40</c:v>
                </c:pt>
                <c:pt idx="298">
                  <c:v>11-26T21:50</c:v>
                </c:pt>
                <c:pt idx="299">
                  <c:v>11-26T22:00</c:v>
                </c:pt>
                <c:pt idx="300">
                  <c:v>11-26T22:10</c:v>
                </c:pt>
                <c:pt idx="301">
                  <c:v>11-26T22:20</c:v>
                </c:pt>
                <c:pt idx="302">
                  <c:v>11-26T22:30</c:v>
                </c:pt>
                <c:pt idx="303">
                  <c:v>11-26T22:40</c:v>
                </c:pt>
                <c:pt idx="304">
                  <c:v>11-26T22:50</c:v>
                </c:pt>
                <c:pt idx="305">
                  <c:v>11-26T23:00</c:v>
                </c:pt>
                <c:pt idx="306">
                  <c:v>11-26T23:10</c:v>
                </c:pt>
                <c:pt idx="307">
                  <c:v>11-26T23:20</c:v>
                </c:pt>
                <c:pt idx="308">
                  <c:v>11-26T23:30</c:v>
                </c:pt>
                <c:pt idx="309">
                  <c:v>11-26T23:40</c:v>
                </c:pt>
                <c:pt idx="310">
                  <c:v>11-26T23:50</c:v>
                </c:pt>
                <c:pt idx="311">
                  <c:v>11-27T00:00</c:v>
                </c:pt>
                <c:pt idx="312">
                  <c:v>11-27T00:10</c:v>
                </c:pt>
                <c:pt idx="313">
                  <c:v>11-27T00:20</c:v>
                </c:pt>
                <c:pt idx="314">
                  <c:v>11-27T00:30</c:v>
                </c:pt>
                <c:pt idx="315">
                  <c:v>11-27T00:40</c:v>
                </c:pt>
                <c:pt idx="316">
                  <c:v>11-27T00:50</c:v>
                </c:pt>
                <c:pt idx="317">
                  <c:v>11-27T01:00</c:v>
                </c:pt>
                <c:pt idx="318">
                  <c:v>11-27T01:10</c:v>
                </c:pt>
                <c:pt idx="319">
                  <c:v>11-27T01:20</c:v>
                </c:pt>
                <c:pt idx="320">
                  <c:v>11-27T01:30</c:v>
                </c:pt>
                <c:pt idx="321">
                  <c:v>11-27T01:40</c:v>
                </c:pt>
                <c:pt idx="322">
                  <c:v>11-27T01:50</c:v>
                </c:pt>
                <c:pt idx="323">
                  <c:v>11-27T02:00</c:v>
                </c:pt>
                <c:pt idx="324">
                  <c:v>11-27T02:10</c:v>
                </c:pt>
                <c:pt idx="325">
                  <c:v>11-27T02:20</c:v>
                </c:pt>
                <c:pt idx="326">
                  <c:v>11-27T02:30</c:v>
                </c:pt>
                <c:pt idx="327">
                  <c:v>11-27T02:40</c:v>
                </c:pt>
                <c:pt idx="328">
                  <c:v>11-27T02:50</c:v>
                </c:pt>
                <c:pt idx="329">
                  <c:v>11-27T03:00</c:v>
                </c:pt>
                <c:pt idx="330">
                  <c:v>11-27T03:10</c:v>
                </c:pt>
                <c:pt idx="331">
                  <c:v>11-27T03:20</c:v>
                </c:pt>
                <c:pt idx="332">
                  <c:v>11-27T03:30</c:v>
                </c:pt>
                <c:pt idx="333">
                  <c:v>11-27T03:40</c:v>
                </c:pt>
                <c:pt idx="334">
                  <c:v>11-27T03:50</c:v>
                </c:pt>
                <c:pt idx="335">
                  <c:v>11-27T04:00</c:v>
                </c:pt>
                <c:pt idx="336">
                  <c:v>11-27T04:10</c:v>
                </c:pt>
                <c:pt idx="337">
                  <c:v>11-27T04:20</c:v>
                </c:pt>
                <c:pt idx="338">
                  <c:v>11-27T04:30</c:v>
                </c:pt>
                <c:pt idx="339">
                  <c:v>11-27T04:40</c:v>
                </c:pt>
                <c:pt idx="340">
                  <c:v>11-27T04:50</c:v>
                </c:pt>
                <c:pt idx="341">
                  <c:v>11-27T05:00</c:v>
                </c:pt>
                <c:pt idx="342">
                  <c:v>11-27T05:10</c:v>
                </c:pt>
                <c:pt idx="343">
                  <c:v>11-27T05:20</c:v>
                </c:pt>
                <c:pt idx="344">
                  <c:v>11-27T05:30</c:v>
                </c:pt>
                <c:pt idx="345">
                  <c:v>11-27T05:40</c:v>
                </c:pt>
                <c:pt idx="346">
                  <c:v>11-27T05:50</c:v>
                </c:pt>
                <c:pt idx="347">
                  <c:v>11-27T06:00</c:v>
                </c:pt>
                <c:pt idx="348">
                  <c:v>11-27T06:10</c:v>
                </c:pt>
                <c:pt idx="349">
                  <c:v>11-27T06:20</c:v>
                </c:pt>
                <c:pt idx="350">
                  <c:v>11-27T06:30</c:v>
                </c:pt>
                <c:pt idx="351">
                  <c:v>11-27T06:40</c:v>
                </c:pt>
                <c:pt idx="352">
                  <c:v>11-27T06:50</c:v>
                </c:pt>
                <c:pt idx="353">
                  <c:v>11-27T07:00</c:v>
                </c:pt>
                <c:pt idx="354">
                  <c:v>11-27T07:10</c:v>
                </c:pt>
                <c:pt idx="355">
                  <c:v>11-27T07:20</c:v>
                </c:pt>
                <c:pt idx="356">
                  <c:v>11-27T07:30</c:v>
                </c:pt>
                <c:pt idx="357">
                  <c:v>11-27T07:40</c:v>
                </c:pt>
                <c:pt idx="358">
                  <c:v>11-27T07:50</c:v>
                </c:pt>
                <c:pt idx="359">
                  <c:v>11-27T08:00</c:v>
                </c:pt>
                <c:pt idx="360">
                  <c:v>11-27T08:10</c:v>
                </c:pt>
                <c:pt idx="361">
                  <c:v>11-27T08:20</c:v>
                </c:pt>
                <c:pt idx="362">
                  <c:v>11-27T08:30</c:v>
                </c:pt>
                <c:pt idx="363">
                  <c:v>11-27T08:40</c:v>
                </c:pt>
                <c:pt idx="364">
                  <c:v>11-27T08:50</c:v>
                </c:pt>
                <c:pt idx="365">
                  <c:v>11-27T09:00</c:v>
                </c:pt>
                <c:pt idx="366">
                  <c:v>11-27T09:10</c:v>
                </c:pt>
                <c:pt idx="367">
                  <c:v>11-27T09:20</c:v>
                </c:pt>
                <c:pt idx="368">
                  <c:v>11-27T09:30</c:v>
                </c:pt>
                <c:pt idx="369">
                  <c:v>11-27T09:40</c:v>
                </c:pt>
                <c:pt idx="370">
                  <c:v>11-27T09:50</c:v>
                </c:pt>
                <c:pt idx="371">
                  <c:v>11-27T10:00</c:v>
                </c:pt>
                <c:pt idx="372">
                  <c:v>11-27T10:10</c:v>
                </c:pt>
                <c:pt idx="373">
                  <c:v>11-27T10:20</c:v>
                </c:pt>
                <c:pt idx="374">
                  <c:v>11-27T10:30</c:v>
                </c:pt>
                <c:pt idx="375">
                  <c:v>11-27T10:40</c:v>
                </c:pt>
                <c:pt idx="376">
                  <c:v>11-27T10:50</c:v>
                </c:pt>
                <c:pt idx="377">
                  <c:v>11-27T11:00</c:v>
                </c:pt>
                <c:pt idx="378">
                  <c:v>11-27T11:10</c:v>
                </c:pt>
                <c:pt idx="379">
                  <c:v>11-27T11:20</c:v>
                </c:pt>
                <c:pt idx="380">
                  <c:v>11-27T11:30</c:v>
                </c:pt>
                <c:pt idx="381">
                  <c:v>11-27T11:40</c:v>
                </c:pt>
                <c:pt idx="382">
                  <c:v>11-27T11:50</c:v>
                </c:pt>
                <c:pt idx="383">
                  <c:v>11-27T12:00</c:v>
                </c:pt>
                <c:pt idx="384">
                  <c:v>11-27T12:10</c:v>
                </c:pt>
                <c:pt idx="385">
                  <c:v>11-27T12:20</c:v>
                </c:pt>
                <c:pt idx="386">
                  <c:v>11-27T12:30</c:v>
                </c:pt>
                <c:pt idx="387">
                  <c:v>11-27T12:40</c:v>
                </c:pt>
                <c:pt idx="388">
                  <c:v>11-27T12:50</c:v>
                </c:pt>
                <c:pt idx="389">
                  <c:v>11-27T13:00</c:v>
                </c:pt>
                <c:pt idx="390">
                  <c:v>11-27T13:10</c:v>
                </c:pt>
                <c:pt idx="391">
                  <c:v>11-27T13:20</c:v>
                </c:pt>
                <c:pt idx="392">
                  <c:v>11-27T13:30</c:v>
                </c:pt>
                <c:pt idx="393">
                  <c:v>11-27T13:40</c:v>
                </c:pt>
                <c:pt idx="394">
                  <c:v>11-27T13:50</c:v>
                </c:pt>
                <c:pt idx="395">
                  <c:v>11-27T14:00</c:v>
                </c:pt>
                <c:pt idx="396">
                  <c:v>11-27T14:10</c:v>
                </c:pt>
                <c:pt idx="397">
                  <c:v>11-27T14:20</c:v>
                </c:pt>
                <c:pt idx="398">
                  <c:v>11-27T14:30</c:v>
                </c:pt>
                <c:pt idx="399">
                  <c:v>11-27T14:40</c:v>
                </c:pt>
                <c:pt idx="400">
                  <c:v>11-27T14:50</c:v>
                </c:pt>
                <c:pt idx="401">
                  <c:v>11-27T15:00</c:v>
                </c:pt>
                <c:pt idx="402">
                  <c:v>11-27T15:10</c:v>
                </c:pt>
                <c:pt idx="403">
                  <c:v>11-27T15:20</c:v>
                </c:pt>
                <c:pt idx="404">
                  <c:v>11-27T15:30</c:v>
                </c:pt>
                <c:pt idx="405">
                  <c:v>11-27T15:40</c:v>
                </c:pt>
                <c:pt idx="406">
                  <c:v>11-27T15:50</c:v>
                </c:pt>
                <c:pt idx="407">
                  <c:v>11-27T16:00</c:v>
                </c:pt>
                <c:pt idx="408">
                  <c:v>11-27T16:10</c:v>
                </c:pt>
                <c:pt idx="409">
                  <c:v>11-27T16:20</c:v>
                </c:pt>
                <c:pt idx="410">
                  <c:v>11-27T16:30</c:v>
                </c:pt>
                <c:pt idx="411">
                  <c:v>11-27T16:40</c:v>
                </c:pt>
                <c:pt idx="412">
                  <c:v>11-27T16:50</c:v>
                </c:pt>
                <c:pt idx="413">
                  <c:v>11-27T17:00</c:v>
                </c:pt>
                <c:pt idx="414">
                  <c:v>11-27T17:10</c:v>
                </c:pt>
                <c:pt idx="415">
                  <c:v>11-27T17:20</c:v>
                </c:pt>
                <c:pt idx="416">
                  <c:v>11-27T17:30</c:v>
                </c:pt>
                <c:pt idx="417">
                  <c:v>11-27T17:40</c:v>
                </c:pt>
                <c:pt idx="418">
                  <c:v>11-27T17:50</c:v>
                </c:pt>
                <c:pt idx="419">
                  <c:v>11-27T18:00</c:v>
                </c:pt>
                <c:pt idx="420">
                  <c:v>11-27T18:10</c:v>
                </c:pt>
                <c:pt idx="421">
                  <c:v>11-27T18:20</c:v>
                </c:pt>
                <c:pt idx="422">
                  <c:v>11-27T18:30</c:v>
                </c:pt>
                <c:pt idx="423">
                  <c:v>11-27T18:40</c:v>
                </c:pt>
                <c:pt idx="424">
                  <c:v>11-27T18:50</c:v>
                </c:pt>
                <c:pt idx="425">
                  <c:v>11-27T19:00</c:v>
                </c:pt>
                <c:pt idx="426">
                  <c:v>11-27T19:10</c:v>
                </c:pt>
                <c:pt idx="427">
                  <c:v>11-27T19:20</c:v>
                </c:pt>
                <c:pt idx="428">
                  <c:v>11-27T19:30</c:v>
                </c:pt>
                <c:pt idx="429">
                  <c:v>11-27T19:40</c:v>
                </c:pt>
                <c:pt idx="430">
                  <c:v>11-27T19:50</c:v>
                </c:pt>
                <c:pt idx="431">
                  <c:v>11-27T20:00</c:v>
                </c:pt>
                <c:pt idx="432">
                  <c:v>11-27T20:10</c:v>
                </c:pt>
                <c:pt idx="433">
                  <c:v>11-27T20:20</c:v>
                </c:pt>
                <c:pt idx="434">
                  <c:v>11-27T20:30</c:v>
                </c:pt>
                <c:pt idx="435">
                  <c:v>11-27T20:40</c:v>
                </c:pt>
                <c:pt idx="436">
                  <c:v>11-27T20:50</c:v>
                </c:pt>
                <c:pt idx="437">
                  <c:v>11-27T21:00</c:v>
                </c:pt>
                <c:pt idx="438">
                  <c:v>11-27T21:10</c:v>
                </c:pt>
                <c:pt idx="439">
                  <c:v>11-27T21:20</c:v>
                </c:pt>
                <c:pt idx="440">
                  <c:v>11-27T21:30</c:v>
                </c:pt>
                <c:pt idx="441">
                  <c:v>11-27T21:40</c:v>
                </c:pt>
                <c:pt idx="442">
                  <c:v>11-27T21:50</c:v>
                </c:pt>
                <c:pt idx="443">
                  <c:v>11-27T22:00</c:v>
                </c:pt>
                <c:pt idx="444">
                  <c:v>11-27T22:10</c:v>
                </c:pt>
                <c:pt idx="445">
                  <c:v>11-27T22:20</c:v>
                </c:pt>
                <c:pt idx="446">
                  <c:v>11-27T22:30</c:v>
                </c:pt>
                <c:pt idx="447">
                  <c:v>11-27T22:40</c:v>
                </c:pt>
                <c:pt idx="448">
                  <c:v>11-27T22:50</c:v>
                </c:pt>
                <c:pt idx="449">
                  <c:v>11-27T23:00</c:v>
                </c:pt>
                <c:pt idx="450">
                  <c:v>11-27T23:10</c:v>
                </c:pt>
                <c:pt idx="451">
                  <c:v>11-27T23:20</c:v>
                </c:pt>
                <c:pt idx="452">
                  <c:v>11-27T23:30</c:v>
                </c:pt>
                <c:pt idx="453">
                  <c:v>11-27T23:40</c:v>
                </c:pt>
                <c:pt idx="454">
                  <c:v>11-27T23:50</c:v>
                </c:pt>
                <c:pt idx="455">
                  <c:v>11-28T00:00</c:v>
                </c:pt>
                <c:pt idx="456">
                  <c:v>11-28T00:10</c:v>
                </c:pt>
                <c:pt idx="457">
                  <c:v>11-28T00:20</c:v>
                </c:pt>
                <c:pt idx="458">
                  <c:v>11-28T00:30</c:v>
                </c:pt>
                <c:pt idx="459">
                  <c:v>11-28T00:40</c:v>
                </c:pt>
                <c:pt idx="460">
                  <c:v>11-28T00:50</c:v>
                </c:pt>
                <c:pt idx="461">
                  <c:v>11-28T01:00</c:v>
                </c:pt>
                <c:pt idx="462">
                  <c:v>11-28T01:10</c:v>
                </c:pt>
                <c:pt idx="463">
                  <c:v>11-28T01:20</c:v>
                </c:pt>
                <c:pt idx="464">
                  <c:v>11-28T01:30</c:v>
                </c:pt>
                <c:pt idx="465">
                  <c:v>11-28T01:40</c:v>
                </c:pt>
                <c:pt idx="466">
                  <c:v>11-28T01:50</c:v>
                </c:pt>
                <c:pt idx="467">
                  <c:v>11-28T02:00</c:v>
                </c:pt>
                <c:pt idx="468">
                  <c:v>11-28T02:10</c:v>
                </c:pt>
                <c:pt idx="469">
                  <c:v>11-28T02:20</c:v>
                </c:pt>
                <c:pt idx="470">
                  <c:v>11-28T02:30</c:v>
                </c:pt>
                <c:pt idx="471">
                  <c:v>11-28T02:40</c:v>
                </c:pt>
                <c:pt idx="472">
                  <c:v>11-28T02:50</c:v>
                </c:pt>
                <c:pt idx="473">
                  <c:v>11-28T03:00</c:v>
                </c:pt>
                <c:pt idx="474">
                  <c:v>11-28T03:10</c:v>
                </c:pt>
                <c:pt idx="475">
                  <c:v>11-28T03:20</c:v>
                </c:pt>
                <c:pt idx="476">
                  <c:v>11-28T03:30</c:v>
                </c:pt>
                <c:pt idx="477">
                  <c:v>11-28T03:40</c:v>
                </c:pt>
                <c:pt idx="478">
                  <c:v>11-28T03:50</c:v>
                </c:pt>
                <c:pt idx="479">
                  <c:v>11-28T04:00</c:v>
                </c:pt>
                <c:pt idx="480">
                  <c:v>11-28T04:10</c:v>
                </c:pt>
                <c:pt idx="481">
                  <c:v>11-28T04:20</c:v>
                </c:pt>
                <c:pt idx="482">
                  <c:v>11-28T04:30</c:v>
                </c:pt>
                <c:pt idx="483">
                  <c:v>11-28T04:40</c:v>
                </c:pt>
                <c:pt idx="484">
                  <c:v>11-28T04:50</c:v>
                </c:pt>
                <c:pt idx="485">
                  <c:v>11-28T05:00</c:v>
                </c:pt>
                <c:pt idx="486">
                  <c:v>11-28T05:10</c:v>
                </c:pt>
                <c:pt idx="487">
                  <c:v>11-28T05:20</c:v>
                </c:pt>
                <c:pt idx="488">
                  <c:v>11-28T05:30</c:v>
                </c:pt>
                <c:pt idx="489">
                  <c:v>11-28T05:40</c:v>
                </c:pt>
                <c:pt idx="490">
                  <c:v>11-28T05:50</c:v>
                </c:pt>
                <c:pt idx="491">
                  <c:v>11-28T06:00</c:v>
                </c:pt>
                <c:pt idx="492">
                  <c:v>11-28T06:10</c:v>
                </c:pt>
                <c:pt idx="493">
                  <c:v>11-28T06:20</c:v>
                </c:pt>
                <c:pt idx="494">
                  <c:v>11-28T06:30</c:v>
                </c:pt>
                <c:pt idx="495">
                  <c:v>11-28T06:40</c:v>
                </c:pt>
                <c:pt idx="496">
                  <c:v>11-28T06:50</c:v>
                </c:pt>
                <c:pt idx="497">
                  <c:v>11-28T07:00</c:v>
                </c:pt>
                <c:pt idx="498">
                  <c:v>11-28T07:10</c:v>
                </c:pt>
                <c:pt idx="499">
                  <c:v>11-28T07:20</c:v>
                </c:pt>
                <c:pt idx="500">
                  <c:v>11-28T07:30</c:v>
                </c:pt>
                <c:pt idx="501">
                  <c:v>11-28T07:40</c:v>
                </c:pt>
                <c:pt idx="502">
                  <c:v>11-28T07:50</c:v>
                </c:pt>
                <c:pt idx="503">
                  <c:v>11-28T08:00</c:v>
                </c:pt>
                <c:pt idx="504">
                  <c:v>11-28T08:10</c:v>
                </c:pt>
                <c:pt idx="505">
                  <c:v>11-28T08:20</c:v>
                </c:pt>
                <c:pt idx="506">
                  <c:v>11-28T08:30</c:v>
                </c:pt>
                <c:pt idx="507">
                  <c:v>11-28T08:40</c:v>
                </c:pt>
                <c:pt idx="508">
                  <c:v>11-28T08:50</c:v>
                </c:pt>
                <c:pt idx="509">
                  <c:v>11-28T09:00</c:v>
                </c:pt>
                <c:pt idx="510">
                  <c:v>11-28T09:10</c:v>
                </c:pt>
                <c:pt idx="511">
                  <c:v>11-28T09:20</c:v>
                </c:pt>
                <c:pt idx="512">
                  <c:v>11-28T09:30</c:v>
                </c:pt>
                <c:pt idx="513">
                  <c:v>11-28T09:40</c:v>
                </c:pt>
                <c:pt idx="514">
                  <c:v>11-28T09:50</c:v>
                </c:pt>
                <c:pt idx="515">
                  <c:v>11-28T10:00</c:v>
                </c:pt>
                <c:pt idx="516">
                  <c:v>11-28T10:10</c:v>
                </c:pt>
                <c:pt idx="517">
                  <c:v>11-28T10:20</c:v>
                </c:pt>
                <c:pt idx="518">
                  <c:v>11-28T10:30</c:v>
                </c:pt>
                <c:pt idx="519">
                  <c:v>11-28T10:40</c:v>
                </c:pt>
                <c:pt idx="520">
                  <c:v>11-28T10:50</c:v>
                </c:pt>
                <c:pt idx="521">
                  <c:v>11-28T11:00</c:v>
                </c:pt>
                <c:pt idx="522">
                  <c:v>11-28T11:10</c:v>
                </c:pt>
                <c:pt idx="523">
                  <c:v>11-28T11:20</c:v>
                </c:pt>
                <c:pt idx="524">
                  <c:v>11-28T11:30</c:v>
                </c:pt>
                <c:pt idx="525">
                  <c:v>11-28T11:40</c:v>
                </c:pt>
                <c:pt idx="526">
                  <c:v>11-28T11:50</c:v>
                </c:pt>
                <c:pt idx="527">
                  <c:v>11-28T12:00</c:v>
                </c:pt>
                <c:pt idx="528">
                  <c:v>11-28T12:10</c:v>
                </c:pt>
                <c:pt idx="529">
                  <c:v>11-28T12:20</c:v>
                </c:pt>
                <c:pt idx="530">
                  <c:v>11-28T12:30</c:v>
                </c:pt>
                <c:pt idx="531">
                  <c:v>11-28T12:40</c:v>
                </c:pt>
                <c:pt idx="532">
                  <c:v>11-28T12:50</c:v>
                </c:pt>
                <c:pt idx="533">
                  <c:v>11-28T13:00</c:v>
                </c:pt>
                <c:pt idx="534">
                  <c:v>11-28T13:10</c:v>
                </c:pt>
                <c:pt idx="535">
                  <c:v>11-28T13:20</c:v>
                </c:pt>
                <c:pt idx="536">
                  <c:v>11-28T13:30</c:v>
                </c:pt>
                <c:pt idx="537">
                  <c:v>11-28T13:40</c:v>
                </c:pt>
                <c:pt idx="538">
                  <c:v>11-28T13:50</c:v>
                </c:pt>
                <c:pt idx="539">
                  <c:v>11-28T14:00</c:v>
                </c:pt>
                <c:pt idx="540">
                  <c:v>11-28T14:10</c:v>
                </c:pt>
                <c:pt idx="541">
                  <c:v>11-28T14:20</c:v>
                </c:pt>
                <c:pt idx="542">
                  <c:v>11-28T14:30</c:v>
                </c:pt>
                <c:pt idx="543">
                  <c:v>11-28T14:40</c:v>
                </c:pt>
                <c:pt idx="544">
                  <c:v>11-28T14:50</c:v>
                </c:pt>
                <c:pt idx="545">
                  <c:v>11-28T15:00</c:v>
                </c:pt>
                <c:pt idx="546">
                  <c:v>11-28T15:10</c:v>
                </c:pt>
                <c:pt idx="547">
                  <c:v>11-28T15:20</c:v>
                </c:pt>
                <c:pt idx="548">
                  <c:v>11-28T15:30</c:v>
                </c:pt>
                <c:pt idx="549">
                  <c:v>11-28T15:40</c:v>
                </c:pt>
                <c:pt idx="550">
                  <c:v>11-28T15:50</c:v>
                </c:pt>
                <c:pt idx="551">
                  <c:v>11-28T16:00</c:v>
                </c:pt>
                <c:pt idx="552">
                  <c:v>11-28T16:10</c:v>
                </c:pt>
                <c:pt idx="553">
                  <c:v>11-28T16:20</c:v>
                </c:pt>
                <c:pt idx="554">
                  <c:v>11-28T16:30</c:v>
                </c:pt>
                <c:pt idx="555">
                  <c:v>11-28T16:40</c:v>
                </c:pt>
                <c:pt idx="556">
                  <c:v>11-28T16:50</c:v>
                </c:pt>
                <c:pt idx="557">
                  <c:v>11-28T17:00</c:v>
                </c:pt>
                <c:pt idx="558">
                  <c:v>11-28T17:10</c:v>
                </c:pt>
                <c:pt idx="559">
                  <c:v>11-28T17:20</c:v>
                </c:pt>
                <c:pt idx="560">
                  <c:v>11-28T17:30</c:v>
                </c:pt>
                <c:pt idx="561">
                  <c:v>11-28T17:40</c:v>
                </c:pt>
                <c:pt idx="562">
                  <c:v>11-28T17:50</c:v>
                </c:pt>
                <c:pt idx="563">
                  <c:v>11-28T18:00</c:v>
                </c:pt>
                <c:pt idx="564">
                  <c:v>11-28T18:10</c:v>
                </c:pt>
                <c:pt idx="565">
                  <c:v>11-28T18:20</c:v>
                </c:pt>
                <c:pt idx="566">
                  <c:v>11-28T18:30</c:v>
                </c:pt>
                <c:pt idx="567">
                  <c:v>11-28T18:40</c:v>
                </c:pt>
                <c:pt idx="568">
                  <c:v>11-28T18:50</c:v>
                </c:pt>
                <c:pt idx="569">
                  <c:v>11-28T19:00</c:v>
                </c:pt>
                <c:pt idx="570">
                  <c:v>11-28T19:10</c:v>
                </c:pt>
                <c:pt idx="571">
                  <c:v>11-28T19:20</c:v>
                </c:pt>
                <c:pt idx="572">
                  <c:v>11-28T19:30</c:v>
                </c:pt>
                <c:pt idx="573">
                  <c:v>11-28T19:40</c:v>
                </c:pt>
                <c:pt idx="574">
                  <c:v>11-28T19:50</c:v>
                </c:pt>
                <c:pt idx="575">
                  <c:v>11-28T20:00</c:v>
                </c:pt>
                <c:pt idx="576">
                  <c:v>11-28T20:10</c:v>
                </c:pt>
                <c:pt idx="577">
                  <c:v>11-28T20:20</c:v>
                </c:pt>
                <c:pt idx="578">
                  <c:v>11-28T20:30</c:v>
                </c:pt>
                <c:pt idx="579">
                  <c:v>11-28T20:40</c:v>
                </c:pt>
                <c:pt idx="580">
                  <c:v>11-28T20:50</c:v>
                </c:pt>
                <c:pt idx="581">
                  <c:v>11-28T21:00</c:v>
                </c:pt>
                <c:pt idx="582">
                  <c:v>11-28T21:10</c:v>
                </c:pt>
                <c:pt idx="583">
                  <c:v>11-28T21:20</c:v>
                </c:pt>
                <c:pt idx="584">
                  <c:v>11-28T21:30</c:v>
                </c:pt>
                <c:pt idx="585">
                  <c:v>11-28T21:40</c:v>
                </c:pt>
                <c:pt idx="586">
                  <c:v>11-28T21:50</c:v>
                </c:pt>
                <c:pt idx="587">
                  <c:v>11-28T22:00</c:v>
                </c:pt>
                <c:pt idx="588">
                  <c:v>11-28T22:10</c:v>
                </c:pt>
                <c:pt idx="589">
                  <c:v>11-28T22:20</c:v>
                </c:pt>
                <c:pt idx="590">
                  <c:v>11-28T22:30</c:v>
                </c:pt>
                <c:pt idx="591">
                  <c:v>11-28T22:40</c:v>
                </c:pt>
                <c:pt idx="592">
                  <c:v>11-28T22:50</c:v>
                </c:pt>
                <c:pt idx="593">
                  <c:v>11-28T23:00</c:v>
                </c:pt>
                <c:pt idx="594">
                  <c:v>11-28T23:10</c:v>
                </c:pt>
                <c:pt idx="595">
                  <c:v>11-28T23:20</c:v>
                </c:pt>
                <c:pt idx="596">
                  <c:v>11-28T23:30</c:v>
                </c:pt>
                <c:pt idx="597">
                  <c:v>11-28T23:40</c:v>
                </c:pt>
                <c:pt idx="598">
                  <c:v>11-28T23:50</c:v>
                </c:pt>
              </c:strCache>
            </c:strRef>
          </c:cat>
          <c:val>
            <c:numRef>
              <c:f>'Chart Data'!$D$2:$D$600</c:f>
              <c:numCache>
                <c:formatCode>0</c:formatCode>
                <c:ptCount val="599"/>
                <c:pt idx="0">
                  <c:v>13.191172</c:v>
                </c:pt>
                <c:pt idx="1">
                  <c:v>12.614677</c:v>
                </c:pt>
                <c:pt idx="2">
                  <c:v>11.99012</c:v>
                </c:pt>
                <c:pt idx="3">
                  <c:v>11.574884</c:v>
                </c:pt>
                <c:pt idx="4">
                  <c:v>11.335601</c:v>
                </c:pt>
                <c:pt idx="5">
                  <c:v>10.905781</c:v>
                </c:pt>
                <c:pt idx="6">
                  <c:v>10.601496</c:v>
                </c:pt>
                <c:pt idx="7">
                  <c:v>10.921494</c:v>
                </c:pt>
                <c:pt idx="8">
                  <c:v>11.45187</c:v>
                </c:pt>
                <c:pt idx="9">
                  <c:v>13.273578</c:v>
                </c:pt>
                <c:pt idx="10">
                  <c:v>14.706217</c:v>
                </c:pt>
                <c:pt idx="11">
                  <c:v>15.237707</c:v>
                </c:pt>
                <c:pt idx="12">
                  <c:v>14.485587</c:v>
                </c:pt>
                <c:pt idx="13">
                  <c:v>15.033312</c:v>
                </c:pt>
                <c:pt idx="14">
                  <c:v>15.380936</c:v>
                </c:pt>
                <c:pt idx="15">
                  <c:v>15.330273</c:v>
                </c:pt>
                <c:pt idx="16">
                  <c:v>15.498792</c:v>
                </c:pt>
                <c:pt idx="17">
                  <c:v>15.46853</c:v>
                </c:pt>
                <c:pt idx="18">
                  <c:v>14.251567</c:v>
                </c:pt>
                <c:pt idx="19">
                  <c:v>13.778645</c:v>
                </c:pt>
                <c:pt idx="20">
                  <c:v>13.765557</c:v>
                </c:pt>
                <c:pt idx="21">
                  <c:v>12.920237</c:v>
                </c:pt>
                <c:pt idx="22">
                  <c:v>13.356098</c:v>
                </c:pt>
                <c:pt idx="23">
                  <c:v>12.774262</c:v>
                </c:pt>
                <c:pt idx="24">
                  <c:v>12.311542</c:v>
                </c:pt>
                <c:pt idx="25">
                  <c:v>11.745563</c:v>
                </c:pt>
                <c:pt idx="26">
                  <c:v>11.156155</c:v>
                </c:pt>
                <c:pt idx="27">
                  <c:v>10.911451</c:v>
                </c:pt>
                <c:pt idx="28">
                  <c:v>9.990573</c:v>
                </c:pt>
                <c:pt idx="29">
                  <c:v>8.717002</c:v>
                </c:pt>
                <c:pt idx="30">
                  <c:v>7.882121</c:v>
                </c:pt>
                <c:pt idx="31">
                  <c:v>7.233864</c:v>
                </c:pt>
                <c:pt idx="32">
                  <c:v>6.723565</c:v>
                </c:pt>
                <c:pt idx="33">
                  <c:v>6.325384</c:v>
                </c:pt>
                <c:pt idx="34">
                  <c:v>6.240551</c:v>
                </c:pt>
                <c:pt idx="35">
                  <c:v>6.15933</c:v>
                </c:pt>
                <c:pt idx="36">
                  <c:v>5.964444</c:v>
                </c:pt>
                <c:pt idx="37">
                  <c:v>5.872928</c:v>
                </c:pt>
                <c:pt idx="38">
                  <c:v>5.615276</c:v>
                </c:pt>
                <c:pt idx="39">
                  <c:v>5.611451</c:v>
                </c:pt>
                <c:pt idx="40">
                  <c:v>5.632423</c:v>
                </c:pt>
                <c:pt idx="41">
                  <c:v>5.557323</c:v>
                </c:pt>
                <c:pt idx="42">
                  <c:v>5.512141</c:v>
                </c:pt>
                <c:pt idx="43">
                  <c:v>5.344616</c:v>
                </c:pt>
                <c:pt idx="44">
                  <c:v>5.3291</c:v>
                </c:pt>
                <c:pt idx="45">
                  <c:v>5.551984</c:v>
                </c:pt>
                <c:pt idx="46">
                  <c:v>5.499886</c:v>
                </c:pt>
                <c:pt idx="47">
                  <c:v>5.469958</c:v>
                </c:pt>
                <c:pt idx="48">
                  <c:v>5.63893</c:v>
                </c:pt>
                <c:pt idx="49">
                  <c:v>5.758371</c:v>
                </c:pt>
                <c:pt idx="50">
                  <c:v>5.869016</c:v>
                </c:pt>
                <c:pt idx="51">
                  <c:v>5.839246</c:v>
                </c:pt>
                <c:pt idx="52">
                  <c:v>5.698212</c:v>
                </c:pt>
                <c:pt idx="53">
                  <c:v>5.815699</c:v>
                </c:pt>
                <c:pt idx="54">
                  <c:v>5.885548</c:v>
                </c:pt>
                <c:pt idx="55">
                  <c:v>6.05471</c:v>
                </c:pt>
                <c:pt idx="56">
                  <c:v>6.277298</c:v>
                </c:pt>
                <c:pt idx="57">
                  <c:v>6.520043</c:v>
                </c:pt>
                <c:pt idx="58">
                  <c:v>6.682656</c:v>
                </c:pt>
                <c:pt idx="59">
                  <c:v>6.814024</c:v>
                </c:pt>
                <c:pt idx="60">
                  <c:v>7.014496</c:v>
                </c:pt>
                <c:pt idx="61">
                  <c:v>7.249088</c:v>
                </c:pt>
                <c:pt idx="62">
                  <c:v>7.46595</c:v>
                </c:pt>
                <c:pt idx="63">
                  <c:v>7.726179</c:v>
                </c:pt>
                <c:pt idx="64">
                  <c:v>7.871742</c:v>
                </c:pt>
                <c:pt idx="65">
                  <c:v>8.108658</c:v>
                </c:pt>
                <c:pt idx="66">
                  <c:v>8.185966</c:v>
                </c:pt>
                <c:pt idx="67">
                  <c:v>8.474404</c:v>
                </c:pt>
                <c:pt idx="68">
                  <c:v>9.156558</c:v>
                </c:pt>
                <c:pt idx="69">
                  <c:v>9.088757</c:v>
                </c:pt>
                <c:pt idx="70">
                  <c:v>9.07901</c:v>
                </c:pt>
                <c:pt idx="71">
                  <c:v>8.970129</c:v>
                </c:pt>
                <c:pt idx="72">
                  <c:v>9.105518</c:v>
                </c:pt>
                <c:pt idx="73">
                  <c:v>9.461278</c:v>
                </c:pt>
                <c:pt idx="74">
                  <c:v>9.373501</c:v>
                </c:pt>
                <c:pt idx="75">
                  <c:v>9.529967</c:v>
                </c:pt>
                <c:pt idx="76">
                  <c:v>9.256735</c:v>
                </c:pt>
                <c:pt idx="77">
                  <c:v>8.973209</c:v>
                </c:pt>
                <c:pt idx="78">
                  <c:v>8.819344</c:v>
                </c:pt>
                <c:pt idx="79">
                  <c:v>8.717213</c:v>
                </c:pt>
                <c:pt idx="80">
                  <c:v>8.979788</c:v>
                </c:pt>
                <c:pt idx="81">
                  <c:v>9.133005</c:v>
                </c:pt>
                <c:pt idx="82">
                  <c:v>9.253963</c:v>
                </c:pt>
                <c:pt idx="83">
                  <c:v>9.111719</c:v>
                </c:pt>
                <c:pt idx="84">
                  <c:v>9.072675</c:v>
                </c:pt>
                <c:pt idx="85">
                  <c:v>9.090043</c:v>
                </c:pt>
                <c:pt idx="86">
                  <c:v>8.752033</c:v>
                </c:pt>
                <c:pt idx="87">
                  <c:v>8.853964</c:v>
                </c:pt>
                <c:pt idx="88">
                  <c:v>8.872185</c:v>
                </c:pt>
                <c:pt idx="89">
                  <c:v>9.335135</c:v>
                </c:pt>
                <c:pt idx="90">
                  <c:v>9.863798</c:v>
                </c:pt>
                <c:pt idx="91">
                  <c:v>9.918506</c:v>
                </c:pt>
                <c:pt idx="92">
                  <c:v>9.61299</c:v>
                </c:pt>
                <c:pt idx="93">
                  <c:v>8.906849</c:v>
                </c:pt>
                <c:pt idx="94">
                  <c:v>8.50883</c:v>
                </c:pt>
                <c:pt idx="95">
                  <c:v>8.089378</c:v>
                </c:pt>
                <c:pt idx="96">
                  <c:v>8.078533</c:v>
                </c:pt>
                <c:pt idx="97">
                  <c:v>8.116997</c:v>
                </c:pt>
                <c:pt idx="98">
                  <c:v>7.954658</c:v>
                </c:pt>
                <c:pt idx="99">
                  <c:v>8.220419</c:v>
                </c:pt>
                <c:pt idx="100">
                  <c:v>8.160265</c:v>
                </c:pt>
                <c:pt idx="101">
                  <c:v>8.37505</c:v>
                </c:pt>
                <c:pt idx="102">
                  <c:v>8.797963</c:v>
                </c:pt>
                <c:pt idx="103">
                  <c:v>9.115681</c:v>
                </c:pt>
                <c:pt idx="104">
                  <c:v>8.968179</c:v>
                </c:pt>
                <c:pt idx="105">
                  <c:v>9.340188</c:v>
                </c:pt>
                <c:pt idx="106">
                  <c:v>9.332207</c:v>
                </c:pt>
                <c:pt idx="107">
                  <c:v>9.443781</c:v>
                </c:pt>
                <c:pt idx="108">
                  <c:v>9.998091</c:v>
                </c:pt>
                <c:pt idx="109">
                  <c:v>10.310056</c:v>
                </c:pt>
                <c:pt idx="110">
                  <c:v>10.032036</c:v>
                </c:pt>
                <c:pt idx="111">
                  <c:v>10.20477</c:v>
                </c:pt>
                <c:pt idx="112">
                  <c:v>10.20398</c:v>
                </c:pt>
                <c:pt idx="113">
                  <c:v>10.096787</c:v>
                </c:pt>
                <c:pt idx="114">
                  <c:v>10.159916</c:v>
                </c:pt>
                <c:pt idx="115">
                  <c:v>10.336504</c:v>
                </c:pt>
                <c:pt idx="116">
                  <c:v>10.424175</c:v>
                </c:pt>
                <c:pt idx="117">
                  <c:v>10.094944</c:v>
                </c:pt>
                <c:pt idx="118">
                  <c:v>10.496568</c:v>
                </c:pt>
                <c:pt idx="119">
                  <c:v>10.560829</c:v>
                </c:pt>
                <c:pt idx="120">
                  <c:v>10.578662</c:v>
                </c:pt>
                <c:pt idx="121">
                  <c:v>10.714758</c:v>
                </c:pt>
                <c:pt idx="122">
                  <c:v>10.350335</c:v>
                </c:pt>
                <c:pt idx="123">
                  <c:v>10.508371</c:v>
                </c:pt>
                <c:pt idx="124">
                  <c:v>10.618266</c:v>
                </c:pt>
                <c:pt idx="125">
                  <c:v>10.537563</c:v>
                </c:pt>
                <c:pt idx="126">
                  <c:v>10.897656</c:v>
                </c:pt>
                <c:pt idx="127">
                  <c:v>11.265404</c:v>
                </c:pt>
                <c:pt idx="128">
                  <c:v>11.278721</c:v>
                </c:pt>
                <c:pt idx="129">
                  <c:v>11.542442</c:v>
                </c:pt>
                <c:pt idx="130">
                  <c:v>11.637347</c:v>
                </c:pt>
                <c:pt idx="131">
                  <c:v>11.712274</c:v>
                </c:pt>
                <c:pt idx="132">
                  <c:v>11.396116</c:v>
                </c:pt>
                <c:pt idx="133">
                  <c:v>11.899494</c:v>
                </c:pt>
                <c:pt idx="134">
                  <c:v>12.424314</c:v>
                </c:pt>
                <c:pt idx="135">
                  <c:v>12.862337</c:v>
                </c:pt>
                <c:pt idx="136">
                  <c:v>13.407493</c:v>
                </c:pt>
                <c:pt idx="137">
                  <c:v>13.167276</c:v>
                </c:pt>
                <c:pt idx="138">
                  <c:v>13.275045</c:v>
                </c:pt>
                <c:pt idx="139">
                  <c:v>13.118048</c:v>
                </c:pt>
                <c:pt idx="140">
                  <c:v>12.980801</c:v>
                </c:pt>
                <c:pt idx="141">
                  <c:v>13.557335</c:v>
                </c:pt>
                <c:pt idx="142">
                  <c:v>14.043081</c:v>
                </c:pt>
                <c:pt idx="143">
                  <c:v>14.095551</c:v>
                </c:pt>
                <c:pt idx="144">
                  <c:v>13.961414</c:v>
                </c:pt>
                <c:pt idx="145">
                  <c:v>14.113436</c:v>
                </c:pt>
                <c:pt idx="146">
                  <c:v>14.238587</c:v>
                </c:pt>
                <c:pt idx="147">
                  <c:v>14.561207</c:v>
                </c:pt>
                <c:pt idx="148">
                  <c:v>14.414319</c:v>
                </c:pt>
                <c:pt idx="149">
                  <c:v>14.703078</c:v>
                </c:pt>
                <c:pt idx="150">
                  <c:v>14.735212</c:v>
                </c:pt>
                <c:pt idx="151">
                  <c:v>14.888103</c:v>
                </c:pt>
                <c:pt idx="152">
                  <c:v>15.191536</c:v>
                </c:pt>
                <c:pt idx="153">
                  <c:v>15.985724</c:v>
                </c:pt>
                <c:pt idx="154">
                  <c:v>15.139872</c:v>
                </c:pt>
                <c:pt idx="155">
                  <c:v>15.264896</c:v>
                </c:pt>
                <c:pt idx="156">
                  <c:v>15.421699</c:v>
                </c:pt>
                <c:pt idx="157">
                  <c:v>15.492217</c:v>
                </c:pt>
                <c:pt idx="158">
                  <c:v>15.544491</c:v>
                </c:pt>
                <c:pt idx="159">
                  <c:v>15.57255</c:v>
                </c:pt>
                <c:pt idx="160">
                  <c:v>15.196448</c:v>
                </c:pt>
                <c:pt idx="161">
                  <c:v>15.014073</c:v>
                </c:pt>
                <c:pt idx="162">
                  <c:v>15.060364</c:v>
                </c:pt>
                <c:pt idx="163">
                  <c:v>14.554794</c:v>
                </c:pt>
                <c:pt idx="164">
                  <c:v>13.767374</c:v>
                </c:pt>
                <c:pt idx="165">
                  <c:v>13.149922</c:v>
                </c:pt>
                <c:pt idx="166">
                  <c:v>12.53837</c:v>
                </c:pt>
                <c:pt idx="167">
                  <c:v>11.829709</c:v>
                </c:pt>
                <c:pt idx="168">
                  <c:v>12.043299</c:v>
                </c:pt>
                <c:pt idx="169">
                  <c:v>10.800622</c:v>
                </c:pt>
                <c:pt idx="170">
                  <c:v>10.04997</c:v>
                </c:pt>
                <c:pt idx="171">
                  <c:v>9.586051</c:v>
                </c:pt>
                <c:pt idx="172">
                  <c:v>8.791321</c:v>
                </c:pt>
                <c:pt idx="173">
                  <c:v>8.551744</c:v>
                </c:pt>
                <c:pt idx="174">
                  <c:v>8.398702</c:v>
                </c:pt>
                <c:pt idx="175">
                  <c:v>8.207334</c:v>
                </c:pt>
                <c:pt idx="176">
                  <c:v>8.116338</c:v>
                </c:pt>
                <c:pt idx="177">
                  <c:v>8.094952</c:v>
                </c:pt>
                <c:pt idx="178">
                  <c:v>7.616121</c:v>
                </c:pt>
                <c:pt idx="179">
                  <c:v>7.232664</c:v>
                </c:pt>
                <c:pt idx="180">
                  <c:v>6.725944</c:v>
                </c:pt>
                <c:pt idx="181">
                  <c:v>6.357938</c:v>
                </c:pt>
                <c:pt idx="182">
                  <c:v>6.284585</c:v>
                </c:pt>
                <c:pt idx="183">
                  <c:v>6.035242</c:v>
                </c:pt>
                <c:pt idx="184">
                  <c:v>6.01347</c:v>
                </c:pt>
                <c:pt idx="185">
                  <c:v>5.887281</c:v>
                </c:pt>
                <c:pt idx="186">
                  <c:v>5.720452</c:v>
                </c:pt>
                <c:pt idx="187">
                  <c:v>5.905052</c:v>
                </c:pt>
                <c:pt idx="188">
                  <c:v>5.82661</c:v>
                </c:pt>
                <c:pt idx="189">
                  <c:v>5.64645</c:v>
                </c:pt>
                <c:pt idx="190">
                  <c:v>5.706484</c:v>
                </c:pt>
                <c:pt idx="191">
                  <c:v>5.595115</c:v>
                </c:pt>
                <c:pt idx="192">
                  <c:v>5.473437</c:v>
                </c:pt>
                <c:pt idx="193">
                  <c:v>5.465779</c:v>
                </c:pt>
                <c:pt idx="194">
                  <c:v>5.553324</c:v>
                </c:pt>
                <c:pt idx="195">
                  <c:v>5.482835</c:v>
                </c:pt>
                <c:pt idx="196">
                  <c:v>5.558565</c:v>
                </c:pt>
                <c:pt idx="197">
                  <c:v>5.683781</c:v>
                </c:pt>
                <c:pt idx="198">
                  <c:v>5.735268</c:v>
                </c:pt>
                <c:pt idx="199">
                  <c:v>5.886473</c:v>
                </c:pt>
                <c:pt idx="200">
                  <c:v>6.179998</c:v>
                </c:pt>
                <c:pt idx="201">
                  <c:v>6.290348</c:v>
                </c:pt>
                <c:pt idx="202">
                  <c:v>6.456188</c:v>
                </c:pt>
                <c:pt idx="203">
                  <c:v>6.69577</c:v>
                </c:pt>
                <c:pt idx="204">
                  <c:v>6.801525</c:v>
                </c:pt>
                <c:pt idx="205">
                  <c:v>7.046117</c:v>
                </c:pt>
                <c:pt idx="206">
                  <c:v>7.416722</c:v>
                </c:pt>
                <c:pt idx="207">
                  <c:v>7.49505</c:v>
                </c:pt>
                <c:pt idx="208">
                  <c:v>7.626367</c:v>
                </c:pt>
                <c:pt idx="209">
                  <c:v>7.875013</c:v>
                </c:pt>
                <c:pt idx="210">
                  <c:v>7.840632</c:v>
                </c:pt>
                <c:pt idx="211">
                  <c:v>8.033835</c:v>
                </c:pt>
                <c:pt idx="212">
                  <c:v>8.696815</c:v>
                </c:pt>
                <c:pt idx="213">
                  <c:v>8.858837</c:v>
                </c:pt>
                <c:pt idx="214">
                  <c:v>8.900372</c:v>
                </c:pt>
                <c:pt idx="215">
                  <c:v>8.992105</c:v>
                </c:pt>
                <c:pt idx="216">
                  <c:v>9.171382</c:v>
                </c:pt>
                <c:pt idx="217">
                  <c:v>9.494972</c:v>
                </c:pt>
                <c:pt idx="218">
                  <c:v>9.308763</c:v>
                </c:pt>
                <c:pt idx="219">
                  <c:v>9.374972</c:v>
                </c:pt>
                <c:pt idx="220">
                  <c:v>9.853334</c:v>
                </c:pt>
                <c:pt idx="221">
                  <c:v>10.167444</c:v>
                </c:pt>
                <c:pt idx="222">
                  <c:v>10.192003</c:v>
                </c:pt>
                <c:pt idx="223">
                  <c:v>9.865539</c:v>
                </c:pt>
                <c:pt idx="224">
                  <c:v>9.389506</c:v>
                </c:pt>
                <c:pt idx="225">
                  <c:v>9.183233</c:v>
                </c:pt>
                <c:pt idx="226">
                  <c:v>9.026443</c:v>
                </c:pt>
                <c:pt idx="227">
                  <c:v>8.780438</c:v>
                </c:pt>
                <c:pt idx="228">
                  <c:v>8.623262</c:v>
                </c:pt>
                <c:pt idx="229">
                  <c:v>8.93671</c:v>
                </c:pt>
                <c:pt idx="230">
                  <c:v>8.724205</c:v>
                </c:pt>
                <c:pt idx="231">
                  <c:v>9.409163</c:v>
                </c:pt>
                <c:pt idx="232">
                  <c:v>10.155292</c:v>
                </c:pt>
                <c:pt idx="233">
                  <c:v>10.131516</c:v>
                </c:pt>
                <c:pt idx="234">
                  <c:v>9.989206</c:v>
                </c:pt>
                <c:pt idx="235">
                  <c:v>9.553405</c:v>
                </c:pt>
                <c:pt idx="236">
                  <c:v>9.391554</c:v>
                </c:pt>
                <c:pt idx="237">
                  <c:v>9.052999</c:v>
                </c:pt>
                <c:pt idx="238">
                  <c:v>8.699942</c:v>
                </c:pt>
                <c:pt idx="239">
                  <c:v>8.580919</c:v>
                </c:pt>
                <c:pt idx="240">
                  <c:v>8.900413</c:v>
                </c:pt>
                <c:pt idx="241">
                  <c:v>9.166364</c:v>
                </c:pt>
                <c:pt idx="242">
                  <c:v>9.053405</c:v>
                </c:pt>
                <c:pt idx="243">
                  <c:v>9.27495</c:v>
                </c:pt>
                <c:pt idx="244">
                  <c:v>9.261647</c:v>
                </c:pt>
                <c:pt idx="245">
                  <c:v>9.324854</c:v>
                </c:pt>
                <c:pt idx="246">
                  <c:v>9.545745</c:v>
                </c:pt>
                <c:pt idx="247">
                  <c:v>9.758251</c:v>
                </c:pt>
                <c:pt idx="248">
                  <c:v>9.95477</c:v>
                </c:pt>
                <c:pt idx="249">
                  <c:v>9.744931</c:v>
                </c:pt>
                <c:pt idx="250">
                  <c:v>9.734282</c:v>
                </c:pt>
                <c:pt idx="251">
                  <c:v>9.938326</c:v>
                </c:pt>
                <c:pt idx="252">
                  <c:v>10.175508</c:v>
                </c:pt>
                <c:pt idx="253">
                  <c:v>10.349401</c:v>
                </c:pt>
                <c:pt idx="254">
                  <c:v>10.39319</c:v>
                </c:pt>
                <c:pt idx="255">
                  <c:v>10.585349</c:v>
                </c:pt>
                <c:pt idx="256">
                  <c:v>10.390566</c:v>
                </c:pt>
                <c:pt idx="257">
                  <c:v>10.481774</c:v>
                </c:pt>
                <c:pt idx="258">
                  <c:v>10.378571</c:v>
                </c:pt>
                <c:pt idx="259">
                  <c:v>10.184728</c:v>
                </c:pt>
                <c:pt idx="260">
                  <c:v>9.802456</c:v>
                </c:pt>
                <c:pt idx="261">
                  <c:v>9.706079</c:v>
                </c:pt>
                <c:pt idx="262">
                  <c:v>9.226428</c:v>
                </c:pt>
                <c:pt idx="263">
                  <c:v>9.049845</c:v>
                </c:pt>
                <c:pt idx="264">
                  <c:v>9.566277</c:v>
                </c:pt>
                <c:pt idx="265">
                  <c:v>10.054702</c:v>
                </c:pt>
                <c:pt idx="266">
                  <c:v>10.500122</c:v>
                </c:pt>
                <c:pt idx="267">
                  <c:v>10.814951</c:v>
                </c:pt>
                <c:pt idx="268">
                  <c:v>11.238942</c:v>
                </c:pt>
                <c:pt idx="269">
                  <c:v>11.734239</c:v>
                </c:pt>
                <c:pt idx="270">
                  <c:v>11.949363</c:v>
                </c:pt>
                <c:pt idx="271">
                  <c:v>12.138726</c:v>
                </c:pt>
                <c:pt idx="272">
                  <c:v>11.682457</c:v>
                </c:pt>
                <c:pt idx="273">
                  <c:v>11.826368</c:v>
                </c:pt>
                <c:pt idx="274">
                  <c:v>11.845116</c:v>
                </c:pt>
                <c:pt idx="275">
                  <c:v>12.570936</c:v>
                </c:pt>
                <c:pt idx="276">
                  <c:v>12.552973</c:v>
                </c:pt>
                <c:pt idx="277">
                  <c:v>13.095122</c:v>
                </c:pt>
                <c:pt idx="278">
                  <c:v>13.73805</c:v>
                </c:pt>
                <c:pt idx="279">
                  <c:v>13.510771</c:v>
                </c:pt>
                <c:pt idx="280">
                  <c:v>13.676277</c:v>
                </c:pt>
                <c:pt idx="281">
                  <c:v>13.691023</c:v>
                </c:pt>
                <c:pt idx="282">
                  <c:v>13.908518</c:v>
                </c:pt>
                <c:pt idx="283">
                  <c:v>14.016444</c:v>
                </c:pt>
                <c:pt idx="284">
                  <c:v>14.137485</c:v>
                </c:pt>
                <c:pt idx="285">
                  <c:v>14.644609</c:v>
                </c:pt>
                <c:pt idx="286">
                  <c:v>14.857597</c:v>
                </c:pt>
                <c:pt idx="287">
                  <c:v>14.901747</c:v>
                </c:pt>
                <c:pt idx="288">
                  <c:v>14.793129</c:v>
                </c:pt>
                <c:pt idx="289">
                  <c:v>15.060736</c:v>
                </c:pt>
                <c:pt idx="290">
                  <c:v>15.081596</c:v>
                </c:pt>
                <c:pt idx="291">
                  <c:v>15.392931</c:v>
                </c:pt>
                <c:pt idx="292">
                  <c:v>15.327686</c:v>
                </c:pt>
                <c:pt idx="293">
                  <c:v>15.274532</c:v>
                </c:pt>
                <c:pt idx="294">
                  <c:v>15.837202</c:v>
                </c:pt>
                <c:pt idx="295">
                  <c:v>15.408129</c:v>
                </c:pt>
                <c:pt idx="296">
                  <c:v>15.434876</c:v>
                </c:pt>
                <c:pt idx="297">
                  <c:v>15.542593</c:v>
                </c:pt>
                <c:pt idx="298">
                  <c:v>15.540415</c:v>
                </c:pt>
                <c:pt idx="299">
                  <c:v>15.454906</c:v>
                </c:pt>
                <c:pt idx="300">
                  <c:v>15.145894</c:v>
                </c:pt>
                <c:pt idx="301">
                  <c:v>15.167038</c:v>
                </c:pt>
                <c:pt idx="302">
                  <c:v>15.007301</c:v>
                </c:pt>
                <c:pt idx="303">
                  <c:v>15.36302</c:v>
                </c:pt>
                <c:pt idx="304">
                  <c:v>14.376532</c:v>
                </c:pt>
                <c:pt idx="305">
                  <c:v>13.974331</c:v>
                </c:pt>
                <c:pt idx="306">
                  <c:v>15.230345</c:v>
                </c:pt>
                <c:pt idx="307">
                  <c:v>15.619362</c:v>
                </c:pt>
                <c:pt idx="308">
                  <c:v>14.755369</c:v>
                </c:pt>
                <c:pt idx="309">
                  <c:v>14.502916</c:v>
                </c:pt>
                <c:pt idx="310">
                  <c:v>13.306294</c:v>
                </c:pt>
                <c:pt idx="311">
                  <c:v>13.067509</c:v>
                </c:pt>
                <c:pt idx="312">
                  <c:v>12.745087</c:v>
                </c:pt>
                <c:pt idx="313">
                  <c:v>12.345916</c:v>
                </c:pt>
                <c:pt idx="314">
                  <c:v>11.140041</c:v>
                </c:pt>
                <c:pt idx="315">
                  <c:v>10.22895</c:v>
                </c:pt>
                <c:pt idx="316">
                  <c:v>9.438907</c:v>
                </c:pt>
                <c:pt idx="317">
                  <c:v>8.653933</c:v>
                </c:pt>
                <c:pt idx="318">
                  <c:v>8.279796</c:v>
                </c:pt>
                <c:pt idx="319">
                  <c:v>7.749839</c:v>
                </c:pt>
                <c:pt idx="320">
                  <c:v>7.223556</c:v>
                </c:pt>
                <c:pt idx="321">
                  <c:v>6.931001</c:v>
                </c:pt>
                <c:pt idx="322">
                  <c:v>6.821676</c:v>
                </c:pt>
                <c:pt idx="323">
                  <c:v>6.603634</c:v>
                </c:pt>
                <c:pt idx="324">
                  <c:v>6.558423</c:v>
                </c:pt>
                <c:pt idx="325">
                  <c:v>6.45478</c:v>
                </c:pt>
                <c:pt idx="326">
                  <c:v>5.993989</c:v>
                </c:pt>
                <c:pt idx="327">
                  <c:v>6.50651</c:v>
                </c:pt>
                <c:pt idx="328">
                  <c:v>6.496653</c:v>
                </c:pt>
                <c:pt idx="329">
                  <c:v>6.614302</c:v>
                </c:pt>
                <c:pt idx="330">
                  <c:v>7.29513</c:v>
                </c:pt>
                <c:pt idx="331">
                  <c:v>7.354563</c:v>
                </c:pt>
                <c:pt idx="332">
                  <c:v>6.838978</c:v>
                </c:pt>
                <c:pt idx="333">
                  <c:v>6.571905</c:v>
                </c:pt>
                <c:pt idx="334">
                  <c:v>6.285441</c:v>
                </c:pt>
                <c:pt idx="335">
                  <c:v>6.220676</c:v>
                </c:pt>
                <c:pt idx="336">
                  <c:v>6.045085</c:v>
                </c:pt>
                <c:pt idx="337">
                  <c:v>5.935765</c:v>
                </c:pt>
                <c:pt idx="338">
                  <c:v>5.819696</c:v>
                </c:pt>
                <c:pt idx="339">
                  <c:v>5.85453</c:v>
                </c:pt>
                <c:pt idx="340">
                  <c:v>5.912386</c:v>
                </c:pt>
                <c:pt idx="341">
                  <c:v>6.215825</c:v>
                </c:pt>
                <c:pt idx="342">
                  <c:v>6.958365</c:v>
                </c:pt>
                <c:pt idx="343">
                  <c:v>7.022997</c:v>
                </c:pt>
                <c:pt idx="344">
                  <c:v>7.007691</c:v>
                </c:pt>
                <c:pt idx="345">
                  <c:v>6.913983</c:v>
                </c:pt>
                <c:pt idx="346">
                  <c:v>7.072374</c:v>
                </c:pt>
                <c:pt idx="347">
                  <c:v>7.081343</c:v>
                </c:pt>
                <c:pt idx="348">
                  <c:v>7.224346</c:v>
                </c:pt>
                <c:pt idx="349">
                  <c:v>7.361427</c:v>
                </c:pt>
                <c:pt idx="350">
                  <c:v>7.47582</c:v>
                </c:pt>
                <c:pt idx="351">
                  <c:v>7.712519</c:v>
                </c:pt>
                <c:pt idx="352">
                  <c:v>8.055964</c:v>
                </c:pt>
                <c:pt idx="353">
                  <c:v>8.264347</c:v>
                </c:pt>
                <c:pt idx="354">
                  <c:v>8.469671</c:v>
                </c:pt>
                <c:pt idx="355">
                  <c:v>8.616562</c:v>
                </c:pt>
                <c:pt idx="356">
                  <c:v>8.552332</c:v>
                </c:pt>
                <c:pt idx="357">
                  <c:v>8.68515</c:v>
                </c:pt>
                <c:pt idx="358">
                  <c:v>9.082946</c:v>
                </c:pt>
                <c:pt idx="359">
                  <c:v>9.301038</c:v>
                </c:pt>
                <c:pt idx="360">
                  <c:v>9.373935</c:v>
                </c:pt>
                <c:pt idx="361">
                  <c:v>9.431668</c:v>
                </c:pt>
                <c:pt idx="362">
                  <c:v>9.577599</c:v>
                </c:pt>
                <c:pt idx="363">
                  <c:v>9.447603</c:v>
                </c:pt>
                <c:pt idx="364">
                  <c:v>9.15219</c:v>
                </c:pt>
                <c:pt idx="365">
                  <c:v>9.429942</c:v>
                </c:pt>
                <c:pt idx="366">
                  <c:v>10.582048</c:v>
                </c:pt>
                <c:pt idx="367">
                  <c:v>10.318997</c:v>
                </c:pt>
                <c:pt idx="368">
                  <c:v>9.712493</c:v>
                </c:pt>
                <c:pt idx="369">
                  <c:v>9.246676</c:v>
                </c:pt>
                <c:pt idx="370">
                  <c:v>9.096135</c:v>
                </c:pt>
                <c:pt idx="371">
                  <c:v>8.743809</c:v>
                </c:pt>
                <c:pt idx="372">
                  <c:v>8.87441</c:v>
                </c:pt>
                <c:pt idx="373">
                  <c:v>8.844705</c:v>
                </c:pt>
                <c:pt idx="374">
                  <c:v>8.853037</c:v>
                </c:pt>
                <c:pt idx="375">
                  <c:v>8.703383</c:v>
                </c:pt>
                <c:pt idx="376">
                  <c:v>8.584898</c:v>
                </c:pt>
                <c:pt idx="377">
                  <c:v>8.951852</c:v>
                </c:pt>
                <c:pt idx="378">
                  <c:v>9.149563</c:v>
                </c:pt>
                <c:pt idx="379">
                  <c:v>9.060654</c:v>
                </c:pt>
                <c:pt idx="380">
                  <c:v>9.222157</c:v>
                </c:pt>
                <c:pt idx="381">
                  <c:v>9.324435</c:v>
                </c:pt>
                <c:pt idx="382">
                  <c:v>9.133104</c:v>
                </c:pt>
                <c:pt idx="383">
                  <c:v>9.153738</c:v>
                </c:pt>
                <c:pt idx="384">
                  <c:v>8.933086</c:v>
                </c:pt>
                <c:pt idx="385">
                  <c:v>8.711007</c:v>
                </c:pt>
                <c:pt idx="386">
                  <c:v>8.399041</c:v>
                </c:pt>
                <c:pt idx="387">
                  <c:v>8.521849</c:v>
                </c:pt>
                <c:pt idx="388">
                  <c:v>9.081776</c:v>
                </c:pt>
                <c:pt idx="389">
                  <c:v>10.956941</c:v>
                </c:pt>
                <c:pt idx="390">
                  <c:v>11.716723</c:v>
                </c:pt>
                <c:pt idx="391">
                  <c:v>12.287503</c:v>
                </c:pt>
                <c:pt idx="392">
                  <c:v>12.55665</c:v>
                </c:pt>
                <c:pt idx="393">
                  <c:v>11.775725</c:v>
                </c:pt>
                <c:pt idx="394">
                  <c:v>11.055777</c:v>
                </c:pt>
                <c:pt idx="395">
                  <c:v>10.289359</c:v>
                </c:pt>
                <c:pt idx="396">
                  <c:v>10.943953</c:v>
                </c:pt>
                <c:pt idx="397">
                  <c:v>10.362802</c:v>
                </c:pt>
                <c:pt idx="398">
                  <c:v>10.440459</c:v>
                </c:pt>
                <c:pt idx="399">
                  <c:v>10.408114</c:v>
                </c:pt>
                <c:pt idx="400">
                  <c:v>10.797952</c:v>
                </c:pt>
                <c:pt idx="401">
                  <c:v>10.951897</c:v>
                </c:pt>
                <c:pt idx="402">
                  <c:v>10.867277</c:v>
                </c:pt>
                <c:pt idx="403">
                  <c:v>10.665404</c:v>
                </c:pt>
                <c:pt idx="404">
                  <c:v>10.592189</c:v>
                </c:pt>
                <c:pt idx="405">
                  <c:v>10.417412</c:v>
                </c:pt>
                <c:pt idx="406">
                  <c:v>10.018432</c:v>
                </c:pt>
                <c:pt idx="407">
                  <c:v>9.896661</c:v>
                </c:pt>
                <c:pt idx="408">
                  <c:v>10.185386</c:v>
                </c:pt>
                <c:pt idx="409">
                  <c:v>10.404879</c:v>
                </c:pt>
                <c:pt idx="410">
                  <c:v>10.095247</c:v>
                </c:pt>
                <c:pt idx="411">
                  <c:v>10.31977</c:v>
                </c:pt>
                <c:pt idx="412">
                  <c:v>10.436535</c:v>
                </c:pt>
                <c:pt idx="413">
                  <c:v>10.83174</c:v>
                </c:pt>
                <c:pt idx="414">
                  <c:v>11.218104</c:v>
                </c:pt>
                <c:pt idx="415">
                  <c:v>11.278114</c:v>
                </c:pt>
                <c:pt idx="416">
                  <c:v>11.466594</c:v>
                </c:pt>
                <c:pt idx="417">
                  <c:v>11.863377</c:v>
                </c:pt>
                <c:pt idx="418">
                  <c:v>11.882179</c:v>
                </c:pt>
                <c:pt idx="419">
                  <c:v>11.91782</c:v>
                </c:pt>
                <c:pt idx="420">
                  <c:v>12.317646</c:v>
                </c:pt>
                <c:pt idx="421">
                  <c:v>12.331618</c:v>
                </c:pt>
                <c:pt idx="422">
                  <c:v>12.521953</c:v>
                </c:pt>
                <c:pt idx="423">
                  <c:v>12.557247</c:v>
                </c:pt>
                <c:pt idx="424">
                  <c:v>12.685865</c:v>
                </c:pt>
                <c:pt idx="425">
                  <c:v>13.134122</c:v>
                </c:pt>
                <c:pt idx="426">
                  <c:v>13.553965</c:v>
                </c:pt>
                <c:pt idx="427">
                  <c:v>13.715294</c:v>
                </c:pt>
                <c:pt idx="428">
                  <c:v>13.94012</c:v>
                </c:pt>
                <c:pt idx="429">
                  <c:v>14.132579</c:v>
                </c:pt>
                <c:pt idx="430">
                  <c:v>14.222329</c:v>
                </c:pt>
                <c:pt idx="431">
                  <c:v>14.540252</c:v>
                </c:pt>
                <c:pt idx="432">
                  <c:v>15.314218</c:v>
                </c:pt>
                <c:pt idx="433">
                  <c:v>15.154421</c:v>
                </c:pt>
                <c:pt idx="434">
                  <c:v>14.916914</c:v>
                </c:pt>
                <c:pt idx="435">
                  <c:v>14.819565</c:v>
                </c:pt>
                <c:pt idx="436">
                  <c:v>14.633326</c:v>
                </c:pt>
                <c:pt idx="437">
                  <c:v>14.92288</c:v>
                </c:pt>
                <c:pt idx="438">
                  <c:v>15.139191</c:v>
                </c:pt>
                <c:pt idx="439">
                  <c:v>15.966133</c:v>
                </c:pt>
                <c:pt idx="440">
                  <c:v>15.456928</c:v>
                </c:pt>
                <c:pt idx="441">
                  <c:v>15.544842</c:v>
                </c:pt>
                <c:pt idx="442">
                  <c:v>15.643034</c:v>
                </c:pt>
                <c:pt idx="443">
                  <c:v>15.870953</c:v>
                </c:pt>
                <c:pt idx="444">
                  <c:v>15.869553</c:v>
                </c:pt>
                <c:pt idx="445">
                  <c:v>14.671617</c:v>
                </c:pt>
                <c:pt idx="446">
                  <c:v>14.438368</c:v>
                </c:pt>
                <c:pt idx="447">
                  <c:v>14.127543</c:v>
                </c:pt>
                <c:pt idx="448">
                  <c:v>14.225846</c:v>
                </c:pt>
                <c:pt idx="449">
                  <c:v>13.910172</c:v>
                </c:pt>
                <c:pt idx="450">
                  <c:v>13.220455</c:v>
                </c:pt>
                <c:pt idx="451">
                  <c:v>12.827902</c:v>
                </c:pt>
                <c:pt idx="452">
                  <c:v>13.030651</c:v>
                </c:pt>
                <c:pt idx="453">
                  <c:v>13.64222</c:v>
                </c:pt>
                <c:pt idx="454">
                  <c:v>13.341423</c:v>
                </c:pt>
                <c:pt idx="455">
                  <c:v>12.325252</c:v>
                </c:pt>
                <c:pt idx="456">
                  <c:v>11.325018</c:v>
                </c:pt>
                <c:pt idx="457">
                  <c:v>10.607732</c:v>
                </c:pt>
                <c:pt idx="458">
                  <c:v>9.941158</c:v>
                </c:pt>
                <c:pt idx="459">
                  <c:v>9.091173</c:v>
                </c:pt>
                <c:pt idx="460">
                  <c:v>8.668461</c:v>
                </c:pt>
                <c:pt idx="461">
                  <c:v>8.324141</c:v>
                </c:pt>
                <c:pt idx="462">
                  <c:v>8.516663</c:v>
                </c:pt>
                <c:pt idx="463">
                  <c:v>7.921965</c:v>
                </c:pt>
                <c:pt idx="464">
                  <c:v>7.832585</c:v>
                </c:pt>
                <c:pt idx="465">
                  <c:v>7.448331</c:v>
                </c:pt>
                <c:pt idx="466">
                  <c:v>6.869367</c:v>
                </c:pt>
                <c:pt idx="467">
                  <c:v>6.947267</c:v>
                </c:pt>
                <c:pt idx="468">
                  <c:v>6.552448</c:v>
                </c:pt>
                <c:pt idx="469">
                  <c:v>6.300336</c:v>
                </c:pt>
                <c:pt idx="470">
                  <c:v>6.392372</c:v>
                </c:pt>
                <c:pt idx="471">
                  <c:v>6.481673</c:v>
                </c:pt>
                <c:pt idx="472">
                  <c:v>6.167507</c:v>
                </c:pt>
                <c:pt idx="473">
                  <c:v>5.792016</c:v>
                </c:pt>
                <c:pt idx="474">
                  <c:v>5.452194</c:v>
                </c:pt>
                <c:pt idx="475">
                  <c:v>5.348868</c:v>
                </c:pt>
                <c:pt idx="476">
                  <c:v>5.463849</c:v>
                </c:pt>
                <c:pt idx="477">
                  <c:v>5.363497</c:v>
                </c:pt>
                <c:pt idx="478">
                  <c:v>5.268764</c:v>
                </c:pt>
                <c:pt idx="479">
                  <c:v>5.25085</c:v>
                </c:pt>
                <c:pt idx="480">
                  <c:v>5.203007</c:v>
                </c:pt>
                <c:pt idx="481">
                  <c:v>5.297627</c:v>
                </c:pt>
                <c:pt idx="482">
                  <c:v>5.537105</c:v>
                </c:pt>
                <c:pt idx="483">
                  <c:v>5.703104</c:v>
                </c:pt>
                <c:pt idx="484">
                  <c:v>5.677204</c:v>
                </c:pt>
                <c:pt idx="485">
                  <c:v>5.696521</c:v>
                </c:pt>
                <c:pt idx="486">
                  <c:v>5.883525</c:v>
                </c:pt>
                <c:pt idx="487">
                  <c:v>5.969989</c:v>
                </c:pt>
                <c:pt idx="488">
                  <c:v>6.210922</c:v>
                </c:pt>
                <c:pt idx="489">
                  <c:v>6.392166</c:v>
                </c:pt>
                <c:pt idx="490">
                  <c:v>6.497601</c:v>
                </c:pt>
                <c:pt idx="491">
                  <c:v>6.977378</c:v>
                </c:pt>
                <c:pt idx="492">
                  <c:v>7.221418</c:v>
                </c:pt>
                <c:pt idx="493">
                  <c:v>7.599869</c:v>
                </c:pt>
                <c:pt idx="494">
                  <c:v>7.780509</c:v>
                </c:pt>
                <c:pt idx="495">
                  <c:v>8.295208</c:v>
                </c:pt>
                <c:pt idx="496">
                  <c:v>8.151652</c:v>
                </c:pt>
                <c:pt idx="497">
                  <c:v>8.340391</c:v>
                </c:pt>
                <c:pt idx="498">
                  <c:v>8.290617</c:v>
                </c:pt>
                <c:pt idx="499">
                  <c:v>8.739692</c:v>
                </c:pt>
                <c:pt idx="500">
                  <c:v>8.853775</c:v>
                </c:pt>
                <c:pt idx="501">
                  <c:v>8.771053</c:v>
                </c:pt>
                <c:pt idx="502">
                  <c:v>8.756647</c:v>
                </c:pt>
                <c:pt idx="503">
                  <c:v>8.895855</c:v>
                </c:pt>
                <c:pt idx="504">
                  <c:v>9.218364</c:v>
                </c:pt>
                <c:pt idx="505">
                  <c:v>9.23701</c:v>
                </c:pt>
                <c:pt idx="506">
                  <c:v>9.265889</c:v>
                </c:pt>
                <c:pt idx="507">
                  <c:v>9.135806</c:v>
                </c:pt>
                <c:pt idx="508">
                  <c:v>9.202463</c:v>
                </c:pt>
                <c:pt idx="509">
                  <c:v>9.645806</c:v>
                </c:pt>
                <c:pt idx="510">
                  <c:v>9.783229</c:v>
                </c:pt>
                <c:pt idx="511">
                  <c:v>9.325278</c:v>
                </c:pt>
                <c:pt idx="512">
                  <c:v>9.12225</c:v>
                </c:pt>
                <c:pt idx="513">
                  <c:v>9.07999</c:v>
                </c:pt>
                <c:pt idx="514">
                  <c:v>9.057786</c:v>
                </c:pt>
                <c:pt idx="515">
                  <c:v>8.888762</c:v>
                </c:pt>
                <c:pt idx="516">
                  <c:v>8.602661</c:v>
                </c:pt>
                <c:pt idx="517">
                  <c:v>8.49387</c:v>
                </c:pt>
                <c:pt idx="518">
                  <c:v>8.619552</c:v>
                </c:pt>
                <c:pt idx="519">
                  <c:v>8.825435</c:v>
                </c:pt>
                <c:pt idx="520">
                  <c:v>8.817052</c:v>
                </c:pt>
                <c:pt idx="521">
                  <c:v>8.868107</c:v>
                </c:pt>
                <c:pt idx="522">
                  <c:v>8.876022</c:v>
                </c:pt>
                <c:pt idx="523">
                  <c:v>8.692929</c:v>
                </c:pt>
                <c:pt idx="524">
                  <c:v>8.74144</c:v>
                </c:pt>
                <c:pt idx="525">
                  <c:v>8.775038</c:v>
                </c:pt>
                <c:pt idx="526">
                  <c:v>8.832953</c:v>
                </c:pt>
                <c:pt idx="527">
                  <c:v>8.626388</c:v>
                </c:pt>
                <c:pt idx="528">
                  <c:v>9.035798</c:v>
                </c:pt>
                <c:pt idx="529">
                  <c:v>9.176323</c:v>
                </c:pt>
                <c:pt idx="530">
                  <c:v>8.606383</c:v>
                </c:pt>
                <c:pt idx="531">
                  <c:v>8.593337</c:v>
                </c:pt>
                <c:pt idx="532">
                  <c:v>9.454488</c:v>
                </c:pt>
                <c:pt idx="533">
                  <c:v>9.01731</c:v>
                </c:pt>
                <c:pt idx="534">
                  <c:v>8.921543</c:v>
                </c:pt>
                <c:pt idx="535">
                  <c:v>8.98135</c:v>
                </c:pt>
                <c:pt idx="536">
                  <c:v>9.139517</c:v>
                </c:pt>
                <c:pt idx="537">
                  <c:v>9.110372</c:v>
                </c:pt>
                <c:pt idx="538">
                  <c:v>9.350965</c:v>
                </c:pt>
                <c:pt idx="539">
                  <c:v>9.878175</c:v>
                </c:pt>
                <c:pt idx="540">
                  <c:v>9.688621</c:v>
                </c:pt>
                <c:pt idx="541">
                  <c:v>9.710646</c:v>
                </c:pt>
                <c:pt idx="542">
                  <c:v>9.759093</c:v>
                </c:pt>
                <c:pt idx="543">
                  <c:v>9.979716</c:v>
                </c:pt>
                <c:pt idx="544">
                  <c:v>9.889984</c:v>
                </c:pt>
                <c:pt idx="545">
                  <c:v>9.87472</c:v>
                </c:pt>
                <c:pt idx="546">
                  <c:v>9.9959</c:v>
                </c:pt>
                <c:pt idx="547">
                  <c:v>9.917888</c:v>
                </c:pt>
                <c:pt idx="548">
                  <c:v>10.095344</c:v>
                </c:pt>
                <c:pt idx="549">
                  <c:v>9.845936</c:v>
                </c:pt>
                <c:pt idx="550">
                  <c:v>10.035368</c:v>
                </c:pt>
                <c:pt idx="551">
                  <c:v>10.496586</c:v>
                </c:pt>
                <c:pt idx="552">
                  <c:v>10.922201</c:v>
                </c:pt>
                <c:pt idx="553">
                  <c:v>10.822601</c:v>
                </c:pt>
                <c:pt idx="554">
                  <c:v>10.528489</c:v>
                </c:pt>
                <c:pt idx="555">
                  <c:v>11.193423</c:v>
                </c:pt>
                <c:pt idx="556">
                  <c:v>11.5231</c:v>
                </c:pt>
                <c:pt idx="557">
                  <c:v>12.266161</c:v>
                </c:pt>
                <c:pt idx="558">
                  <c:v>12.251586</c:v>
                </c:pt>
                <c:pt idx="559">
                  <c:v>12.324635</c:v>
                </c:pt>
                <c:pt idx="560">
                  <c:v>12.387218</c:v>
                </c:pt>
                <c:pt idx="561">
                  <c:v>12.403809</c:v>
                </c:pt>
                <c:pt idx="562">
                  <c:v>12.497432</c:v>
                </c:pt>
                <c:pt idx="563">
                  <c:v>12.495673</c:v>
                </c:pt>
                <c:pt idx="564">
                  <c:v>12.704891</c:v>
                </c:pt>
                <c:pt idx="565">
                  <c:v>12.815574</c:v>
                </c:pt>
                <c:pt idx="566">
                  <c:v>12.940502</c:v>
                </c:pt>
                <c:pt idx="567">
                  <c:v>13.003791</c:v>
                </c:pt>
                <c:pt idx="568">
                  <c:v>13.366514</c:v>
                </c:pt>
                <c:pt idx="569">
                  <c:v>13.321404</c:v>
                </c:pt>
                <c:pt idx="570">
                  <c:v>13.304455</c:v>
                </c:pt>
                <c:pt idx="571">
                  <c:v>13.54359</c:v>
                </c:pt>
                <c:pt idx="572">
                  <c:v>13.736768</c:v>
                </c:pt>
                <c:pt idx="573">
                  <c:v>14.227538</c:v>
                </c:pt>
                <c:pt idx="574">
                  <c:v>14.484371</c:v>
                </c:pt>
                <c:pt idx="575">
                  <c:v>14.743933</c:v>
                </c:pt>
                <c:pt idx="576">
                  <c:v>15.019155</c:v>
                </c:pt>
                <c:pt idx="577">
                  <c:v>15.381458</c:v>
                </c:pt>
                <c:pt idx="578">
                  <c:v>15.271728</c:v>
                </c:pt>
                <c:pt idx="579">
                  <c:v>15.252015</c:v>
                </c:pt>
                <c:pt idx="580">
                  <c:v>15.326057</c:v>
                </c:pt>
                <c:pt idx="581">
                  <c:v>15.682887</c:v>
                </c:pt>
                <c:pt idx="582">
                  <c:v>15.6472</c:v>
                </c:pt>
                <c:pt idx="583">
                  <c:v>15.659356</c:v>
                </c:pt>
                <c:pt idx="584">
                  <c:v>15.484116</c:v>
                </c:pt>
                <c:pt idx="585">
                  <c:v>15.332366</c:v>
                </c:pt>
                <c:pt idx="586">
                  <c:v>15.167677</c:v>
                </c:pt>
                <c:pt idx="587">
                  <c:v>15.004992</c:v>
                </c:pt>
                <c:pt idx="588">
                  <c:v>14.964305</c:v>
                </c:pt>
                <c:pt idx="589">
                  <c:v>14.697977</c:v>
                </c:pt>
                <c:pt idx="590">
                  <c:v>14.008693</c:v>
                </c:pt>
                <c:pt idx="591">
                  <c:v>13.860993</c:v>
                </c:pt>
                <c:pt idx="592">
                  <c:v>13.939022</c:v>
                </c:pt>
                <c:pt idx="593">
                  <c:v>13.849056</c:v>
                </c:pt>
                <c:pt idx="594">
                  <c:v>13.487893</c:v>
                </c:pt>
                <c:pt idx="595">
                  <c:v>12.956737</c:v>
                </c:pt>
                <c:pt idx="596">
                  <c:v>11.911453</c:v>
                </c:pt>
                <c:pt idx="597">
                  <c:v>12.103663</c:v>
                </c:pt>
                <c:pt idx="598">
                  <c:v>12.247433</c:v>
                </c:pt>
              </c:numCache>
            </c:numRef>
          </c:val>
        </c:ser>
        <c:ser>
          <c:idx val="2"/>
          <c:order val="2"/>
          <c:tx>
            <c:v>개선 GRU</c:v>
          </c:tx>
          <c:spPr>
            <a:ln xmlns:a="http://schemas.openxmlformats.org/drawingml/2006/main" w="19050">
              <a:solidFill>
                <a:srgbClr val="E17C05"/>
              </a:solidFill>
            </a:ln>
          </c:spPr>
          <c:marker>
            <c:symbol val="none"/>
          </c:marker>
          <c:cat>
            <c:strRef>
              <c:f>'Chart Data'!$E$2:$E$600</c:f>
              <c:strCache>
                <c:ptCount val="599"/>
                <c:pt idx="0">
                  <c:v>11-24T20:10</c:v>
                </c:pt>
                <c:pt idx="1">
                  <c:v>11-24T20:20</c:v>
                </c:pt>
                <c:pt idx="2">
                  <c:v>11-24T20:30</c:v>
                </c:pt>
                <c:pt idx="3">
                  <c:v>11-24T20:40</c:v>
                </c:pt>
                <c:pt idx="4">
                  <c:v>11-24T20:50</c:v>
                </c:pt>
                <c:pt idx="5">
                  <c:v>11-24T21:00</c:v>
                </c:pt>
                <c:pt idx="6">
                  <c:v>11-24T21:10</c:v>
                </c:pt>
                <c:pt idx="7">
                  <c:v>11-24T21:20</c:v>
                </c:pt>
                <c:pt idx="8">
                  <c:v>11-24T21:30</c:v>
                </c:pt>
                <c:pt idx="9">
                  <c:v>11-24T21:40</c:v>
                </c:pt>
                <c:pt idx="10">
                  <c:v>11-24T21:50</c:v>
                </c:pt>
                <c:pt idx="11">
                  <c:v>11-24T22:00</c:v>
                </c:pt>
                <c:pt idx="12">
                  <c:v>11-24T22:10</c:v>
                </c:pt>
                <c:pt idx="13">
                  <c:v>11-24T22:20</c:v>
                </c:pt>
                <c:pt idx="14">
                  <c:v>11-24T22:30</c:v>
                </c:pt>
                <c:pt idx="15">
                  <c:v>11-24T22:40</c:v>
                </c:pt>
                <c:pt idx="16">
                  <c:v>11-24T22:50</c:v>
                </c:pt>
                <c:pt idx="17">
                  <c:v>11-24T23:00</c:v>
                </c:pt>
                <c:pt idx="18">
                  <c:v>11-24T23:10</c:v>
                </c:pt>
                <c:pt idx="19">
                  <c:v>11-24T23:20</c:v>
                </c:pt>
                <c:pt idx="20">
                  <c:v>11-24T23:30</c:v>
                </c:pt>
                <c:pt idx="21">
                  <c:v>11-24T23:40</c:v>
                </c:pt>
                <c:pt idx="22">
                  <c:v>11-24T23:50</c:v>
                </c:pt>
                <c:pt idx="23">
                  <c:v>11-25T00:00</c:v>
                </c:pt>
                <c:pt idx="24">
                  <c:v>11-25T00:10</c:v>
                </c:pt>
                <c:pt idx="25">
                  <c:v>11-25T00:20</c:v>
                </c:pt>
                <c:pt idx="26">
                  <c:v>11-25T00:30</c:v>
                </c:pt>
                <c:pt idx="27">
                  <c:v>11-25T00:40</c:v>
                </c:pt>
                <c:pt idx="28">
                  <c:v>11-25T00:50</c:v>
                </c:pt>
                <c:pt idx="29">
                  <c:v>11-25T01:00</c:v>
                </c:pt>
                <c:pt idx="30">
                  <c:v>11-25T01:10</c:v>
                </c:pt>
                <c:pt idx="31">
                  <c:v>11-25T01:20</c:v>
                </c:pt>
                <c:pt idx="32">
                  <c:v>11-25T01:30</c:v>
                </c:pt>
                <c:pt idx="33">
                  <c:v>11-25T01:40</c:v>
                </c:pt>
                <c:pt idx="34">
                  <c:v>11-25T01:50</c:v>
                </c:pt>
                <c:pt idx="35">
                  <c:v>11-25T02:00</c:v>
                </c:pt>
                <c:pt idx="36">
                  <c:v>11-25T02:10</c:v>
                </c:pt>
                <c:pt idx="37">
                  <c:v>11-25T02:20</c:v>
                </c:pt>
                <c:pt idx="38">
                  <c:v>11-25T02:30</c:v>
                </c:pt>
                <c:pt idx="39">
                  <c:v>11-25T02:40</c:v>
                </c:pt>
                <c:pt idx="40">
                  <c:v>11-25T02:50</c:v>
                </c:pt>
                <c:pt idx="41">
                  <c:v>11-25T03:00</c:v>
                </c:pt>
                <c:pt idx="42">
                  <c:v>11-25T03:10</c:v>
                </c:pt>
                <c:pt idx="43">
                  <c:v>11-25T03:20</c:v>
                </c:pt>
                <c:pt idx="44">
                  <c:v>11-25T03:30</c:v>
                </c:pt>
                <c:pt idx="45">
                  <c:v>11-25T03:40</c:v>
                </c:pt>
                <c:pt idx="46">
                  <c:v>11-25T03:50</c:v>
                </c:pt>
                <c:pt idx="47">
                  <c:v>11-25T04:00</c:v>
                </c:pt>
                <c:pt idx="48">
                  <c:v>11-25T04:10</c:v>
                </c:pt>
                <c:pt idx="49">
                  <c:v>11-25T04:20</c:v>
                </c:pt>
                <c:pt idx="50">
                  <c:v>11-25T04:30</c:v>
                </c:pt>
                <c:pt idx="51">
                  <c:v>11-25T04:40</c:v>
                </c:pt>
                <c:pt idx="52">
                  <c:v>11-25T04:50</c:v>
                </c:pt>
                <c:pt idx="53">
                  <c:v>11-25T05:00</c:v>
                </c:pt>
                <c:pt idx="54">
                  <c:v>11-25T05:10</c:v>
                </c:pt>
                <c:pt idx="55">
                  <c:v>11-25T05:20</c:v>
                </c:pt>
                <c:pt idx="56">
                  <c:v>11-25T05:30</c:v>
                </c:pt>
                <c:pt idx="57">
                  <c:v>11-25T05:40</c:v>
                </c:pt>
                <c:pt idx="58">
                  <c:v>11-25T05:50</c:v>
                </c:pt>
                <c:pt idx="59">
                  <c:v>11-25T06:00</c:v>
                </c:pt>
                <c:pt idx="60">
                  <c:v>11-25T06:10</c:v>
                </c:pt>
                <c:pt idx="61">
                  <c:v>11-25T06:20</c:v>
                </c:pt>
                <c:pt idx="62">
                  <c:v>11-25T06:30</c:v>
                </c:pt>
                <c:pt idx="63">
                  <c:v>11-25T06:40</c:v>
                </c:pt>
                <c:pt idx="64">
                  <c:v>11-25T06:50</c:v>
                </c:pt>
                <c:pt idx="65">
                  <c:v>11-25T07:00</c:v>
                </c:pt>
                <c:pt idx="66">
                  <c:v>11-25T07:10</c:v>
                </c:pt>
                <c:pt idx="67">
                  <c:v>11-25T07:20</c:v>
                </c:pt>
                <c:pt idx="68">
                  <c:v>11-25T07:30</c:v>
                </c:pt>
                <c:pt idx="69">
                  <c:v>11-25T07:40</c:v>
                </c:pt>
                <c:pt idx="70">
                  <c:v>11-25T07:50</c:v>
                </c:pt>
                <c:pt idx="71">
                  <c:v>11-25T08:00</c:v>
                </c:pt>
                <c:pt idx="72">
                  <c:v>11-25T08:10</c:v>
                </c:pt>
                <c:pt idx="73">
                  <c:v>11-25T08:20</c:v>
                </c:pt>
                <c:pt idx="74">
                  <c:v>11-25T08:30</c:v>
                </c:pt>
                <c:pt idx="75">
                  <c:v>11-25T08:40</c:v>
                </c:pt>
                <c:pt idx="76">
                  <c:v>11-25T08:50</c:v>
                </c:pt>
                <c:pt idx="77">
                  <c:v>11-25T09:00</c:v>
                </c:pt>
                <c:pt idx="78">
                  <c:v>11-25T09:10</c:v>
                </c:pt>
                <c:pt idx="79">
                  <c:v>11-25T09:20</c:v>
                </c:pt>
                <c:pt idx="80">
                  <c:v>11-25T09:30</c:v>
                </c:pt>
                <c:pt idx="81">
                  <c:v>11-25T09:40</c:v>
                </c:pt>
                <c:pt idx="82">
                  <c:v>11-25T09:50</c:v>
                </c:pt>
                <c:pt idx="83">
                  <c:v>11-25T10:00</c:v>
                </c:pt>
                <c:pt idx="84">
                  <c:v>11-25T10:10</c:v>
                </c:pt>
                <c:pt idx="85">
                  <c:v>11-25T10:20</c:v>
                </c:pt>
                <c:pt idx="86">
                  <c:v>11-25T10:30</c:v>
                </c:pt>
                <c:pt idx="87">
                  <c:v>11-25T10:40</c:v>
                </c:pt>
                <c:pt idx="88">
                  <c:v>11-25T10:50</c:v>
                </c:pt>
                <c:pt idx="89">
                  <c:v>11-25T11:00</c:v>
                </c:pt>
                <c:pt idx="90">
                  <c:v>11-25T11:10</c:v>
                </c:pt>
                <c:pt idx="91">
                  <c:v>11-25T11:20</c:v>
                </c:pt>
                <c:pt idx="92">
                  <c:v>11-25T11:30</c:v>
                </c:pt>
                <c:pt idx="93">
                  <c:v>11-25T11:40</c:v>
                </c:pt>
                <c:pt idx="94">
                  <c:v>11-25T11:50</c:v>
                </c:pt>
                <c:pt idx="95">
                  <c:v>11-25T12:00</c:v>
                </c:pt>
                <c:pt idx="96">
                  <c:v>11-25T12:10</c:v>
                </c:pt>
                <c:pt idx="97">
                  <c:v>11-25T12:20</c:v>
                </c:pt>
                <c:pt idx="98">
                  <c:v>11-25T12:30</c:v>
                </c:pt>
                <c:pt idx="99">
                  <c:v>11-25T12:40</c:v>
                </c:pt>
                <c:pt idx="100">
                  <c:v>11-25T12:50</c:v>
                </c:pt>
                <c:pt idx="101">
                  <c:v>11-25T13:00</c:v>
                </c:pt>
                <c:pt idx="102">
                  <c:v>11-25T13:10</c:v>
                </c:pt>
                <c:pt idx="103">
                  <c:v>11-25T13:20</c:v>
                </c:pt>
                <c:pt idx="104">
                  <c:v>11-25T13:30</c:v>
                </c:pt>
                <c:pt idx="105">
                  <c:v>11-25T13:40</c:v>
                </c:pt>
                <c:pt idx="106">
                  <c:v>11-25T13:50</c:v>
                </c:pt>
                <c:pt idx="107">
                  <c:v>11-25T14:00</c:v>
                </c:pt>
                <c:pt idx="108">
                  <c:v>11-25T14:10</c:v>
                </c:pt>
                <c:pt idx="109">
                  <c:v>11-25T14:20</c:v>
                </c:pt>
                <c:pt idx="110">
                  <c:v>11-25T14:30</c:v>
                </c:pt>
                <c:pt idx="111">
                  <c:v>11-25T14:40</c:v>
                </c:pt>
                <c:pt idx="112">
                  <c:v>11-25T14:50</c:v>
                </c:pt>
                <c:pt idx="113">
                  <c:v>11-25T15:00</c:v>
                </c:pt>
                <c:pt idx="114">
                  <c:v>11-25T15:10</c:v>
                </c:pt>
                <c:pt idx="115">
                  <c:v>11-25T15:20</c:v>
                </c:pt>
                <c:pt idx="116">
                  <c:v>11-25T15:30</c:v>
                </c:pt>
                <c:pt idx="117">
                  <c:v>11-25T15:40</c:v>
                </c:pt>
                <c:pt idx="118">
                  <c:v>11-25T15:50</c:v>
                </c:pt>
                <c:pt idx="119">
                  <c:v>11-25T16:00</c:v>
                </c:pt>
                <c:pt idx="120">
                  <c:v>11-25T16:10</c:v>
                </c:pt>
                <c:pt idx="121">
                  <c:v>11-25T16:20</c:v>
                </c:pt>
                <c:pt idx="122">
                  <c:v>11-25T16:30</c:v>
                </c:pt>
                <c:pt idx="123">
                  <c:v>11-25T16:40</c:v>
                </c:pt>
                <c:pt idx="124">
                  <c:v>11-25T16:50</c:v>
                </c:pt>
                <c:pt idx="125">
                  <c:v>11-25T17:00</c:v>
                </c:pt>
                <c:pt idx="126">
                  <c:v>11-25T17:10</c:v>
                </c:pt>
                <c:pt idx="127">
                  <c:v>11-25T17:20</c:v>
                </c:pt>
                <c:pt idx="128">
                  <c:v>11-25T17:30</c:v>
                </c:pt>
                <c:pt idx="129">
                  <c:v>11-25T17:40</c:v>
                </c:pt>
                <c:pt idx="130">
                  <c:v>11-25T17:50</c:v>
                </c:pt>
                <c:pt idx="131">
                  <c:v>11-25T18:00</c:v>
                </c:pt>
                <c:pt idx="132">
                  <c:v>11-25T18:10</c:v>
                </c:pt>
                <c:pt idx="133">
                  <c:v>11-25T18:20</c:v>
                </c:pt>
                <c:pt idx="134">
                  <c:v>11-25T18:30</c:v>
                </c:pt>
                <c:pt idx="135">
                  <c:v>11-25T18:40</c:v>
                </c:pt>
                <c:pt idx="136">
                  <c:v>11-25T18:50</c:v>
                </c:pt>
                <c:pt idx="137">
                  <c:v>11-25T19:00</c:v>
                </c:pt>
                <c:pt idx="138">
                  <c:v>11-25T19:10</c:v>
                </c:pt>
                <c:pt idx="139">
                  <c:v>11-25T19:20</c:v>
                </c:pt>
                <c:pt idx="140">
                  <c:v>11-25T19:30</c:v>
                </c:pt>
                <c:pt idx="141">
                  <c:v>11-25T19:40</c:v>
                </c:pt>
                <c:pt idx="142">
                  <c:v>11-25T19:50</c:v>
                </c:pt>
                <c:pt idx="143">
                  <c:v>11-25T20:00</c:v>
                </c:pt>
                <c:pt idx="144">
                  <c:v>11-25T20:10</c:v>
                </c:pt>
                <c:pt idx="145">
                  <c:v>11-25T20:20</c:v>
                </c:pt>
                <c:pt idx="146">
                  <c:v>11-25T20:30</c:v>
                </c:pt>
                <c:pt idx="147">
                  <c:v>11-25T20:40</c:v>
                </c:pt>
                <c:pt idx="148">
                  <c:v>11-25T20:50</c:v>
                </c:pt>
                <c:pt idx="149">
                  <c:v>11-25T21:00</c:v>
                </c:pt>
                <c:pt idx="150">
                  <c:v>11-25T21:10</c:v>
                </c:pt>
                <c:pt idx="151">
                  <c:v>11-25T21:20</c:v>
                </c:pt>
                <c:pt idx="152">
                  <c:v>11-25T21:30</c:v>
                </c:pt>
                <c:pt idx="153">
                  <c:v>11-25T21:40</c:v>
                </c:pt>
                <c:pt idx="154">
                  <c:v>11-25T21:50</c:v>
                </c:pt>
                <c:pt idx="155">
                  <c:v>11-25T22:00</c:v>
                </c:pt>
                <c:pt idx="156">
                  <c:v>11-25T22:10</c:v>
                </c:pt>
                <c:pt idx="157">
                  <c:v>11-25T22:20</c:v>
                </c:pt>
                <c:pt idx="158">
                  <c:v>11-25T22:30</c:v>
                </c:pt>
                <c:pt idx="159">
                  <c:v>11-25T22:40</c:v>
                </c:pt>
                <c:pt idx="160">
                  <c:v>11-25T22:50</c:v>
                </c:pt>
                <c:pt idx="161">
                  <c:v>11-25T23:00</c:v>
                </c:pt>
                <c:pt idx="162">
                  <c:v>11-25T23:10</c:v>
                </c:pt>
                <c:pt idx="163">
                  <c:v>11-25T23:20</c:v>
                </c:pt>
                <c:pt idx="164">
                  <c:v>11-25T23:30</c:v>
                </c:pt>
                <c:pt idx="165">
                  <c:v>11-25T23:40</c:v>
                </c:pt>
                <c:pt idx="166">
                  <c:v>11-25T23:50</c:v>
                </c:pt>
                <c:pt idx="167">
                  <c:v>11-26T00:00</c:v>
                </c:pt>
                <c:pt idx="168">
                  <c:v>11-26T00:10</c:v>
                </c:pt>
                <c:pt idx="169">
                  <c:v>11-26T00:20</c:v>
                </c:pt>
                <c:pt idx="170">
                  <c:v>11-26T00:30</c:v>
                </c:pt>
                <c:pt idx="171">
                  <c:v>11-26T00:40</c:v>
                </c:pt>
                <c:pt idx="172">
                  <c:v>11-26T00:50</c:v>
                </c:pt>
                <c:pt idx="173">
                  <c:v>11-26T01:00</c:v>
                </c:pt>
                <c:pt idx="174">
                  <c:v>11-26T01:10</c:v>
                </c:pt>
                <c:pt idx="175">
                  <c:v>11-26T01:20</c:v>
                </c:pt>
                <c:pt idx="176">
                  <c:v>11-26T01:30</c:v>
                </c:pt>
                <c:pt idx="177">
                  <c:v>11-26T01:40</c:v>
                </c:pt>
                <c:pt idx="178">
                  <c:v>11-26T01:50</c:v>
                </c:pt>
                <c:pt idx="179">
                  <c:v>11-26T02:00</c:v>
                </c:pt>
                <c:pt idx="180">
                  <c:v>11-26T02:10</c:v>
                </c:pt>
                <c:pt idx="181">
                  <c:v>11-26T02:20</c:v>
                </c:pt>
                <c:pt idx="182">
                  <c:v>11-26T02:30</c:v>
                </c:pt>
                <c:pt idx="183">
                  <c:v>11-26T02:40</c:v>
                </c:pt>
                <c:pt idx="184">
                  <c:v>11-26T02:50</c:v>
                </c:pt>
                <c:pt idx="185">
                  <c:v>11-26T03:00</c:v>
                </c:pt>
                <c:pt idx="186">
                  <c:v>11-26T03:10</c:v>
                </c:pt>
                <c:pt idx="187">
                  <c:v>11-26T03:20</c:v>
                </c:pt>
                <c:pt idx="188">
                  <c:v>11-26T03:30</c:v>
                </c:pt>
                <c:pt idx="189">
                  <c:v>11-26T03:40</c:v>
                </c:pt>
                <c:pt idx="190">
                  <c:v>11-26T03:50</c:v>
                </c:pt>
                <c:pt idx="191">
                  <c:v>11-26T04:00</c:v>
                </c:pt>
                <c:pt idx="192">
                  <c:v>11-26T04:10</c:v>
                </c:pt>
                <c:pt idx="193">
                  <c:v>11-26T04:20</c:v>
                </c:pt>
                <c:pt idx="194">
                  <c:v>11-26T04:30</c:v>
                </c:pt>
                <c:pt idx="195">
                  <c:v>11-26T04:40</c:v>
                </c:pt>
                <c:pt idx="196">
                  <c:v>11-26T04:50</c:v>
                </c:pt>
                <c:pt idx="197">
                  <c:v>11-26T05:00</c:v>
                </c:pt>
                <c:pt idx="198">
                  <c:v>11-26T05:10</c:v>
                </c:pt>
                <c:pt idx="199">
                  <c:v>11-26T05:20</c:v>
                </c:pt>
                <c:pt idx="200">
                  <c:v>11-26T05:30</c:v>
                </c:pt>
                <c:pt idx="201">
                  <c:v>11-26T05:40</c:v>
                </c:pt>
                <c:pt idx="202">
                  <c:v>11-26T05:50</c:v>
                </c:pt>
                <c:pt idx="203">
                  <c:v>11-26T06:00</c:v>
                </c:pt>
                <c:pt idx="204">
                  <c:v>11-26T06:10</c:v>
                </c:pt>
                <c:pt idx="205">
                  <c:v>11-26T06:20</c:v>
                </c:pt>
                <c:pt idx="206">
                  <c:v>11-26T06:30</c:v>
                </c:pt>
                <c:pt idx="207">
                  <c:v>11-26T06:40</c:v>
                </c:pt>
                <c:pt idx="208">
                  <c:v>11-26T06:50</c:v>
                </c:pt>
                <c:pt idx="209">
                  <c:v>11-26T07:00</c:v>
                </c:pt>
                <c:pt idx="210">
                  <c:v>11-26T07:10</c:v>
                </c:pt>
                <c:pt idx="211">
                  <c:v>11-26T07:20</c:v>
                </c:pt>
                <c:pt idx="212">
                  <c:v>11-26T07:30</c:v>
                </c:pt>
                <c:pt idx="213">
                  <c:v>11-26T07:40</c:v>
                </c:pt>
                <c:pt idx="214">
                  <c:v>11-26T07:50</c:v>
                </c:pt>
                <c:pt idx="215">
                  <c:v>11-26T08:00</c:v>
                </c:pt>
                <c:pt idx="216">
                  <c:v>11-26T08:10</c:v>
                </c:pt>
                <c:pt idx="217">
                  <c:v>11-26T08:20</c:v>
                </c:pt>
                <c:pt idx="218">
                  <c:v>11-26T08:30</c:v>
                </c:pt>
                <c:pt idx="219">
                  <c:v>11-26T08:40</c:v>
                </c:pt>
                <c:pt idx="220">
                  <c:v>11-26T08:50</c:v>
                </c:pt>
                <c:pt idx="221">
                  <c:v>11-26T09:00</c:v>
                </c:pt>
                <c:pt idx="222">
                  <c:v>11-26T09:10</c:v>
                </c:pt>
                <c:pt idx="223">
                  <c:v>11-26T09:20</c:v>
                </c:pt>
                <c:pt idx="224">
                  <c:v>11-26T09:30</c:v>
                </c:pt>
                <c:pt idx="225">
                  <c:v>11-26T09:40</c:v>
                </c:pt>
                <c:pt idx="226">
                  <c:v>11-26T09:50</c:v>
                </c:pt>
                <c:pt idx="227">
                  <c:v>11-26T10:00</c:v>
                </c:pt>
                <c:pt idx="228">
                  <c:v>11-26T10:10</c:v>
                </c:pt>
                <c:pt idx="229">
                  <c:v>11-26T10:20</c:v>
                </c:pt>
                <c:pt idx="230">
                  <c:v>11-26T10:30</c:v>
                </c:pt>
                <c:pt idx="231">
                  <c:v>11-26T10:40</c:v>
                </c:pt>
                <c:pt idx="232">
                  <c:v>11-26T10:50</c:v>
                </c:pt>
                <c:pt idx="233">
                  <c:v>11-26T11:00</c:v>
                </c:pt>
                <c:pt idx="234">
                  <c:v>11-26T11:10</c:v>
                </c:pt>
                <c:pt idx="235">
                  <c:v>11-26T11:20</c:v>
                </c:pt>
                <c:pt idx="236">
                  <c:v>11-26T11:30</c:v>
                </c:pt>
                <c:pt idx="237">
                  <c:v>11-26T11:40</c:v>
                </c:pt>
                <c:pt idx="238">
                  <c:v>11-26T11:50</c:v>
                </c:pt>
                <c:pt idx="239">
                  <c:v>11-26T12:00</c:v>
                </c:pt>
                <c:pt idx="240">
                  <c:v>11-26T12:10</c:v>
                </c:pt>
                <c:pt idx="241">
                  <c:v>11-26T12:20</c:v>
                </c:pt>
                <c:pt idx="242">
                  <c:v>11-26T12:30</c:v>
                </c:pt>
                <c:pt idx="243">
                  <c:v>11-26T12:40</c:v>
                </c:pt>
                <c:pt idx="244">
                  <c:v>11-26T12:50</c:v>
                </c:pt>
                <c:pt idx="245">
                  <c:v>11-26T13:00</c:v>
                </c:pt>
                <c:pt idx="246">
                  <c:v>11-26T13:10</c:v>
                </c:pt>
                <c:pt idx="247">
                  <c:v>11-26T13:20</c:v>
                </c:pt>
                <c:pt idx="248">
                  <c:v>11-26T13:30</c:v>
                </c:pt>
                <c:pt idx="249">
                  <c:v>11-26T13:40</c:v>
                </c:pt>
                <c:pt idx="250">
                  <c:v>11-26T13:50</c:v>
                </c:pt>
                <c:pt idx="251">
                  <c:v>11-26T14:00</c:v>
                </c:pt>
                <c:pt idx="252">
                  <c:v>11-26T14:10</c:v>
                </c:pt>
                <c:pt idx="253">
                  <c:v>11-26T14:20</c:v>
                </c:pt>
                <c:pt idx="254">
                  <c:v>11-26T14:30</c:v>
                </c:pt>
                <c:pt idx="255">
                  <c:v>11-26T14:40</c:v>
                </c:pt>
                <c:pt idx="256">
                  <c:v>11-26T14:50</c:v>
                </c:pt>
                <c:pt idx="257">
                  <c:v>11-26T15:00</c:v>
                </c:pt>
                <c:pt idx="258">
                  <c:v>11-26T15:10</c:v>
                </c:pt>
                <c:pt idx="259">
                  <c:v>11-26T15:20</c:v>
                </c:pt>
                <c:pt idx="260">
                  <c:v>11-26T15:30</c:v>
                </c:pt>
                <c:pt idx="261">
                  <c:v>11-26T15:40</c:v>
                </c:pt>
                <c:pt idx="262">
                  <c:v>11-26T15:50</c:v>
                </c:pt>
                <c:pt idx="263">
                  <c:v>11-26T16:00</c:v>
                </c:pt>
                <c:pt idx="264">
                  <c:v>11-26T16:10</c:v>
                </c:pt>
                <c:pt idx="265">
                  <c:v>11-26T16:20</c:v>
                </c:pt>
                <c:pt idx="266">
                  <c:v>11-26T16:30</c:v>
                </c:pt>
                <c:pt idx="267">
                  <c:v>11-26T16:40</c:v>
                </c:pt>
                <c:pt idx="268">
                  <c:v>11-26T16:50</c:v>
                </c:pt>
                <c:pt idx="269">
                  <c:v>11-26T17:00</c:v>
                </c:pt>
                <c:pt idx="270">
                  <c:v>11-26T17:10</c:v>
                </c:pt>
                <c:pt idx="271">
                  <c:v>11-26T17:20</c:v>
                </c:pt>
                <c:pt idx="272">
                  <c:v>11-26T17:30</c:v>
                </c:pt>
                <c:pt idx="273">
                  <c:v>11-26T17:40</c:v>
                </c:pt>
                <c:pt idx="274">
                  <c:v>11-26T17:50</c:v>
                </c:pt>
                <c:pt idx="275">
                  <c:v>11-26T18:00</c:v>
                </c:pt>
                <c:pt idx="276">
                  <c:v>11-26T18:10</c:v>
                </c:pt>
                <c:pt idx="277">
                  <c:v>11-26T18:20</c:v>
                </c:pt>
                <c:pt idx="278">
                  <c:v>11-26T18:30</c:v>
                </c:pt>
                <c:pt idx="279">
                  <c:v>11-26T18:40</c:v>
                </c:pt>
                <c:pt idx="280">
                  <c:v>11-26T18:50</c:v>
                </c:pt>
                <c:pt idx="281">
                  <c:v>11-26T19:00</c:v>
                </c:pt>
                <c:pt idx="282">
                  <c:v>11-26T19:10</c:v>
                </c:pt>
                <c:pt idx="283">
                  <c:v>11-26T19:20</c:v>
                </c:pt>
                <c:pt idx="284">
                  <c:v>11-26T19:30</c:v>
                </c:pt>
                <c:pt idx="285">
                  <c:v>11-26T19:40</c:v>
                </c:pt>
                <c:pt idx="286">
                  <c:v>11-26T19:50</c:v>
                </c:pt>
                <c:pt idx="287">
                  <c:v>11-26T20:00</c:v>
                </c:pt>
                <c:pt idx="288">
                  <c:v>11-26T20:10</c:v>
                </c:pt>
                <c:pt idx="289">
                  <c:v>11-26T20:20</c:v>
                </c:pt>
                <c:pt idx="290">
                  <c:v>11-26T20:30</c:v>
                </c:pt>
                <c:pt idx="291">
                  <c:v>11-26T20:40</c:v>
                </c:pt>
                <c:pt idx="292">
                  <c:v>11-26T20:50</c:v>
                </c:pt>
                <c:pt idx="293">
                  <c:v>11-26T21:00</c:v>
                </c:pt>
                <c:pt idx="294">
                  <c:v>11-26T21:10</c:v>
                </c:pt>
                <c:pt idx="295">
                  <c:v>11-26T21:20</c:v>
                </c:pt>
                <c:pt idx="296">
                  <c:v>11-26T21:30</c:v>
                </c:pt>
                <c:pt idx="297">
                  <c:v>11-26T21:40</c:v>
                </c:pt>
                <c:pt idx="298">
                  <c:v>11-26T21:50</c:v>
                </c:pt>
                <c:pt idx="299">
                  <c:v>11-26T22:00</c:v>
                </c:pt>
                <c:pt idx="300">
                  <c:v>11-26T22:10</c:v>
                </c:pt>
                <c:pt idx="301">
                  <c:v>11-26T22:20</c:v>
                </c:pt>
                <c:pt idx="302">
                  <c:v>11-26T22:30</c:v>
                </c:pt>
                <c:pt idx="303">
                  <c:v>11-26T22:40</c:v>
                </c:pt>
                <c:pt idx="304">
                  <c:v>11-26T22:50</c:v>
                </c:pt>
                <c:pt idx="305">
                  <c:v>11-26T23:00</c:v>
                </c:pt>
                <c:pt idx="306">
                  <c:v>11-26T23:10</c:v>
                </c:pt>
                <c:pt idx="307">
                  <c:v>11-26T23:20</c:v>
                </c:pt>
                <c:pt idx="308">
                  <c:v>11-26T23:30</c:v>
                </c:pt>
                <c:pt idx="309">
                  <c:v>11-26T23:40</c:v>
                </c:pt>
                <c:pt idx="310">
                  <c:v>11-26T23:50</c:v>
                </c:pt>
                <c:pt idx="311">
                  <c:v>11-27T00:00</c:v>
                </c:pt>
                <c:pt idx="312">
                  <c:v>11-27T00:10</c:v>
                </c:pt>
                <c:pt idx="313">
                  <c:v>11-27T00:20</c:v>
                </c:pt>
                <c:pt idx="314">
                  <c:v>11-27T00:30</c:v>
                </c:pt>
                <c:pt idx="315">
                  <c:v>11-27T00:40</c:v>
                </c:pt>
                <c:pt idx="316">
                  <c:v>11-27T00:50</c:v>
                </c:pt>
                <c:pt idx="317">
                  <c:v>11-27T01:00</c:v>
                </c:pt>
                <c:pt idx="318">
                  <c:v>11-27T01:10</c:v>
                </c:pt>
                <c:pt idx="319">
                  <c:v>11-27T01:20</c:v>
                </c:pt>
                <c:pt idx="320">
                  <c:v>11-27T01:30</c:v>
                </c:pt>
                <c:pt idx="321">
                  <c:v>11-27T01:40</c:v>
                </c:pt>
                <c:pt idx="322">
                  <c:v>11-27T01:50</c:v>
                </c:pt>
                <c:pt idx="323">
                  <c:v>11-27T02:00</c:v>
                </c:pt>
                <c:pt idx="324">
                  <c:v>11-27T02:10</c:v>
                </c:pt>
                <c:pt idx="325">
                  <c:v>11-27T02:20</c:v>
                </c:pt>
                <c:pt idx="326">
                  <c:v>11-27T02:30</c:v>
                </c:pt>
                <c:pt idx="327">
                  <c:v>11-27T02:40</c:v>
                </c:pt>
                <c:pt idx="328">
                  <c:v>11-27T02:50</c:v>
                </c:pt>
                <c:pt idx="329">
                  <c:v>11-27T03:00</c:v>
                </c:pt>
                <c:pt idx="330">
                  <c:v>11-27T03:10</c:v>
                </c:pt>
                <c:pt idx="331">
                  <c:v>11-27T03:20</c:v>
                </c:pt>
                <c:pt idx="332">
                  <c:v>11-27T03:30</c:v>
                </c:pt>
                <c:pt idx="333">
                  <c:v>11-27T03:40</c:v>
                </c:pt>
                <c:pt idx="334">
                  <c:v>11-27T03:50</c:v>
                </c:pt>
                <c:pt idx="335">
                  <c:v>11-27T04:00</c:v>
                </c:pt>
                <c:pt idx="336">
                  <c:v>11-27T04:10</c:v>
                </c:pt>
                <c:pt idx="337">
                  <c:v>11-27T04:20</c:v>
                </c:pt>
                <c:pt idx="338">
                  <c:v>11-27T04:30</c:v>
                </c:pt>
                <c:pt idx="339">
                  <c:v>11-27T04:40</c:v>
                </c:pt>
                <c:pt idx="340">
                  <c:v>11-27T04:50</c:v>
                </c:pt>
                <c:pt idx="341">
                  <c:v>11-27T05:00</c:v>
                </c:pt>
                <c:pt idx="342">
                  <c:v>11-27T05:10</c:v>
                </c:pt>
                <c:pt idx="343">
                  <c:v>11-27T05:20</c:v>
                </c:pt>
                <c:pt idx="344">
                  <c:v>11-27T05:30</c:v>
                </c:pt>
                <c:pt idx="345">
                  <c:v>11-27T05:40</c:v>
                </c:pt>
                <c:pt idx="346">
                  <c:v>11-27T05:50</c:v>
                </c:pt>
                <c:pt idx="347">
                  <c:v>11-27T06:00</c:v>
                </c:pt>
                <c:pt idx="348">
                  <c:v>11-27T06:10</c:v>
                </c:pt>
                <c:pt idx="349">
                  <c:v>11-27T06:20</c:v>
                </c:pt>
                <c:pt idx="350">
                  <c:v>11-27T06:30</c:v>
                </c:pt>
                <c:pt idx="351">
                  <c:v>11-27T06:40</c:v>
                </c:pt>
                <c:pt idx="352">
                  <c:v>11-27T06:50</c:v>
                </c:pt>
                <c:pt idx="353">
                  <c:v>11-27T07:00</c:v>
                </c:pt>
                <c:pt idx="354">
                  <c:v>11-27T07:10</c:v>
                </c:pt>
                <c:pt idx="355">
                  <c:v>11-27T07:20</c:v>
                </c:pt>
                <c:pt idx="356">
                  <c:v>11-27T07:30</c:v>
                </c:pt>
                <c:pt idx="357">
                  <c:v>11-27T07:40</c:v>
                </c:pt>
                <c:pt idx="358">
                  <c:v>11-27T07:50</c:v>
                </c:pt>
                <c:pt idx="359">
                  <c:v>11-27T08:00</c:v>
                </c:pt>
                <c:pt idx="360">
                  <c:v>11-27T08:10</c:v>
                </c:pt>
                <c:pt idx="361">
                  <c:v>11-27T08:20</c:v>
                </c:pt>
                <c:pt idx="362">
                  <c:v>11-27T08:30</c:v>
                </c:pt>
                <c:pt idx="363">
                  <c:v>11-27T08:40</c:v>
                </c:pt>
                <c:pt idx="364">
                  <c:v>11-27T08:50</c:v>
                </c:pt>
                <c:pt idx="365">
                  <c:v>11-27T09:00</c:v>
                </c:pt>
                <c:pt idx="366">
                  <c:v>11-27T09:10</c:v>
                </c:pt>
                <c:pt idx="367">
                  <c:v>11-27T09:20</c:v>
                </c:pt>
                <c:pt idx="368">
                  <c:v>11-27T09:30</c:v>
                </c:pt>
                <c:pt idx="369">
                  <c:v>11-27T09:40</c:v>
                </c:pt>
                <c:pt idx="370">
                  <c:v>11-27T09:50</c:v>
                </c:pt>
                <c:pt idx="371">
                  <c:v>11-27T10:00</c:v>
                </c:pt>
                <c:pt idx="372">
                  <c:v>11-27T10:10</c:v>
                </c:pt>
                <c:pt idx="373">
                  <c:v>11-27T10:20</c:v>
                </c:pt>
                <c:pt idx="374">
                  <c:v>11-27T10:30</c:v>
                </c:pt>
                <c:pt idx="375">
                  <c:v>11-27T10:40</c:v>
                </c:pt>
                <c:pt idx="376">
                  <c:v>11-27T10:50</c:v>
                </c:pt>
                <c:pt idx="377">
                  <c:v>11-27T11:00</c:v>
                </c:pt>
                <c:pt idx="378">
                  <c:v>11-27T11:10</c:v>
                </c:pt>
                <c:pt idx="379">
                  <c:v>11-27T11:20</c:v>
                </c:pt>
                <c:pt idx="380">
                  <c:v>11-27T11:30</c:v>
                </c:pt>
                <c:pt idx="381">
                  <c:v>11-27T11:40</c:v>
                </c:pt>
                <c:pt idx="382">
                  <c:v>11-27T11:50</c:v>
                </c:pt>
                <c:pt idx="383">
                  <c:v>11-27T12:00</c:v>
                </c:pt>
                <c:pt idx="384">
                  <c:v>11-27T12:10</c:v>
                </c:pt>
                <c:pt idx="385">
                  <c:v>11-27T12:20</c:v>
                </c:pt>
                <c:pt idx="386">
                  <c:v>11-27T12:30</c:v>
                </c:pt>
                <c:pt idx="387">
                  <c:v>11-27T12:40</c:v>
                </c:pt>
                <c:pt idx="388">
                  <c:v>11-27T12:50</c:v>
                </c:pt>
                <c:pt idx="389">
                  <c:v>11-27T13:00</c:v>
                </c:pt>
                <c:pt idx="390">
                  <c:v>11-27T13:10</c:v>
                </c:pt>
                <c:pt idx="391">
                  <c:v>11-27T13:20</c:v>
                </c:pt>
                <c:pt idx="392">
                  <c:v>11-27T13:30</c:v>
                </c:pt>
                <c:pt idx="393">
                  <c:v>11-27T13:40</c:v>
                </c:pt>
                <c:pt idx="394">
                  <c:v>11-27T13:50</c:v>
                </c:pt>
                <c:pt idx="395">
                  <c:v>11-27T14:00</c:v>
                </c:pt>
                <c:pt idx="396">
                  <c:v>11-27T14:10</c:v>
                </c:pt>
                <c:pt idx="397">
                  <c:v>11-27T14:20</c:v>
                </c:pt>
                <c:pt idx="398">
                  <c:v>11-27T14:30</c:v>
                </c:pt>
                <c:pt idx="399">
                  <c:v>11-27T14:40</c:v>
                </c:pt>
                <c:pt idx="400">
                  <c:v>11-27T14:50</c:v>
                </c:pt>
                <c:pt idx="401">
                  <c:v>11-27T15:00</c:v>
                </c:pt>
                <c:pt idx="402">
                  <c:v>11-27T15:10</c:v>
                </c:pt>
                <c:pt idx="403">
                  <c:v>11-27T15:20</c:v>
                </c:pt>
                <c:pt idx="404">
                  <c:v>11-27T15:30</c:v>
                </c:pt>
                <c:pt idx="405">
                  <c:v>11-27T15:40</c:v>
                </c:pt>
                <c:pt idx="406">
                  <c:v>11-27T15:50</c:v>
                </c:pt>
                <c:pt idx="407">
                  <c:v>11-27T16:00</c:v>
                </c:pt>
                <c:pt idx="408">
                  <c:v>11-27T16:10</c:v>
                </c:pt>
                <c:pt idx="409">
                  <c:v>11-27T16:20</c:v>
                </c:pt>
                <c:pt idx="410">
                  <c:v>11-27T16:30</c:v>
                </c:pt>
                <c:pt idx="411">
                  <c:v>11-27T16:40</c:v>
                </c:pt>
                <c:pt idx="412">
                  <c:v>11-27T16:50</c:v>
                </c:pt>
                <c:pt idx="413">
                  <c:v>11-27T17:00</c:v>
                </c:pt>
                <c:pt idx="414">
                  <c:v>11-27T17:10</c:v>
                </c:pt>
                <c:pt idx="415">
                  <c:v>11-27T17:20</c:v>
                </c:pt>
                <c:pt idx="416">
                  <c:v>11-27T17:30</c:v>
                </c:pt>
                <c:pt idx="417">
                  <c:v>11-27T17:40</c:v>
                </c:pt>
                <c:pt idx="418">
                  <c:v>11-27T17:50</c:v>
                </c:pt>
                <c:pt idx="419">
                  <c:v>11-27T18:00</c:v>
                </c:pt>
                <c:pt idx="420">
                  <c:v>11-27T18:10</c:v>
                </c:pt>
                <c:pt idx="421">
                  <c:v>11-27T18:20</c:v>
                </c:pt>
                <c:pt idx="422">
                  <c:v>11-27T18:30</c:v>
                </c:pt>
                <c:pt idx="423">
                  <c:v>11-27T18:40</c:v>
                </c:pt>
                <c:pt idx="424">
                  <c:v>11-27T18:50</c:v>
                </c:pt>
                <c:pt idx="425">
                  <c:v>11-27T19:00</c:v>
                </c:pt>
                <c:pt idx="426">
                  <c:v>11-27T19:10</c:v>
                </c:pt>
                <c:pt idx="427">
                  <c:v>11-27T19:20</c:v>
                </c:pt>
                <c:pt idx="428">
                  <c:v>11-27T19:30</c:v>
                </c:pt>
                <c:pt idx="429">
                  <c:v>11-27T19:40</c:v>
                </c:pt>
                <c:pt idx="430">
                  <c:v>11-27T19:50</c:v>
                </c:pt>
                <c:pt idx="431">
                  <c:v>11-27T20:00</c:v>
                </c:pt>
                <c:pt idx="432">
                  <c:v>11-27T20:10</c:v>
                </c:pt>
                <c:pt idx="433">
                  <c:v>11-27T20:20</c:v>
                </c:pt>
                <c:pt idx="434">
                  <c:v>11-27T20:30</c:v>
                </c:pt>
                <c:pt idx="435">
                  <c:v>11-27T20:40</c:v>
                </c:pt>
                <c:pt idx="436">
                  <c:v>11-27T20:50</c:v>
                </c:pt>
                <c:pt idx="437">
                  <c:v>11-27T21:00</c:v>
                </c:pt>
                <c:pt idx="438">
                  <c:v>11-27T21:10</c:v>
                </c:pt>
                <c:pt idx="439">
                  <c:v>11-27T21:20</c:v>
                </c:pt>
                <c:pt idx="440">
                  <c:v>11-27T21:30</c:v>
                </c:pt>
                <c:pt idx="441">
                  <c:v>11-27T21:40</c:v>
                </c:pt>
                <c:pt idx="442">
                  <c:v>11-27T21:50</c:v>
                </c:pt>
                <c:pt idx="443">
                  <c:v>11-27T22:00</c:v>
                </c:pt>
                <c:pt idx="444">
                  <c:v>11-27T22:10</c:v>
                </c:pt>
                <c:pt idx="445">
                  <c:v>11-27T22:20</c:v>
                </c:pt>
                <c:pt idx="446">
                  <c:v>11-27T22:30</c:v>
                </c:pt>
                <c:pt idx="447">
                  <c:v>11-27T22:40</c:v>
                </c:pt>
                <c:pt idx="448">
                  <c:v>11-27T22:50</c:v>
                </c:pt>
                <c:pt idx="449">
                  <c:v>11-27T23:00</c:v>
                </c:pt>
                <c:pt idx="450">
                  <c:v>11-27T23:10</c:v>
                </c:pt>
                <c:pt idx="451">
                  <c:v>11-27T23:20</c:v>
                </c:pt>
                <c:pt idx="452">
                  <c:v>11-27T23:30</c:v>
                </c:pt>
                <c:pt idx="453">
                  <c:v>11-27T23:40</c:v>
                </c:pt>
                <c:pt idx="454">
                  <c:v>11-27T23:50</c:v>
                </c:pt>
                <c:pt idx="455">
                  <c:v>11-28T00:00</c:v>
                </c:pt>
                <c:pt idx="456">
                  <c:v>11-28T00:10</c:v>
                </c:pt>
                <c:pt idx="457">
                  <c:v>11-28T00:20</c:v>
                </c:pt>
                <c:pt idx="458">
                  <c:v>11-28T00:30</c:v>
                </c:pt>
                <c:pt idx="459">
                  <c:v>11-28T00:40</c:v>
                </c:pt>
                <c:pt idx="460">
                  <c:v>11-28T00:50</c:v>
                </c:pt>
                <c:pt idx="461">
                  <c:v>11-28T01:00</c:v>
                </c:pt>
                <c:pt idx="462">
                  <c:v>11-28T01:10</c:v>
                </c:pt>
                <c:pt idx="463">
                  <c:v>11-28T01:20</c:v>
                </c:pt>
                <c:pt idx="464">
                  <c:v>11-28T01:30</c:v>
                </c:pt>
                <c:pt idx="465">
                  <c:v>11-28T01:40</c:v>
                </c:pt>
                <c:pt idx="466">
                  <c:v>11-28T01:50</c:v>
                </c:pt>
                <c:pt idx="467">
                  <c:v>11-28T02:00</c:v>
                </c:pt>
                <c:pt idx="468">
                  <c:v>11-28T02:10</c:v>
                </c:pt>
                <c:pt idx="469">
                  <c:v>11-28T02:20</c:v>
                </c:pt>
                <c:pt idx="470">
                  <c:v>11-28T02:30</c:v>
                </c:pt>
                <c:pt idx="471">
                  <c:v>11-28T02:40</c:v>
                </c:pt>
                <c:pt idx="472">
                  <c:v>11-28T02:50</c:v>
                </c:pt>
                <c:pt idx="473">
                  <c:v>11-28T03:00</c:v>
                </c:pt>
                <c:pt idx="474">
                  <c:v>11-28T03:10</c:v>
                </c:pt>
                <c:pt idx="475">
                  <c:v>11-28T03:20</c:v>
                </c:pt>
                <c:pt idx="476">
                  <c:v>11-28T03:30</c:v>
                </c:pt>
                <c:pt idx="477">
                  <c:v>11-28T03:40</c:v>
                </c:pt>
                <c:pt idx="478">
                  <c:v>11-28T03:50</c:v>
                </c:pt>
                <c:pt idx="479">
                  <c:v>11-28T04:00</c:v>
                </c:pt>
                <c:pt idx="480">
                  <c:v>11-28T04:10</c:v>
                </c:pt>
                <c:pt idx="481">
                  <c:v>11-28T04:20</c:v>
                </c:pt>
                <c:pt idx="482">
                  <c:v>11-28T04:30</c:v>
                </c:pt>
                <c:pt idx="483">
                  <c:v>11-28T04:40</c:v>
                </c:pt>
                <c:pt idx="484">
                  <c:v>11-28T04:50</c:v>
                </c:pt>
                <c:pt idx="485">
                  <c:v>11-28T05:00</c:v>
                </c:pt>
                <c:pt idx="486">
                  <c:v>11-28T05:10</c:v>
                </c:pt>
                <c:pt idx="487">
                  <c:v>11-28T05:20</c:v>
                </c:pt>
                <c:pt idx="488">
                  <c:v>11-28T05:30</c:v>
                </c:pt>
                <c:pt idx="489">
                  <c:v>11-28T05:40</c:v>
                </c:pt>
                <c:pt idx="490">
                  <c:v>11-28T05:50</c:v>
                </c:pt>
                <c:pt idx="491">
                  <c:v>11-28T06:00</c:v>
                </c:pt>
                <c:pt idx="492">
                  <c:v>11-28T06:10</c:v>
                </c:pt>
                <c:pt idx="493">
                  <c:v>11-28T06:20</c:v>
                </c:pt>
                <c:pt idx="494">
                  <c:v>11-28T06:30</c:v>
                </c:pt>
                <c:pt idx="495">
                  <c:v>11-28T06:40</c:v>
                </c:pt>
                <c:pt idx="496">
                  <c:v>11-28T06:50</c:v>
                </c:pt>
                <c:pt idx="497">
                  <c:v>11-28T07:00</c:v>
                </c:pt>
                <c:pt idx="498">
                  <c:v>11-28T07:10</c:v>
                </c:pt>
                <c:pt idx="499">
                  <c:v>11-28T07:20</c:v>
                </c:pt>
                <c:pt idx="500">
                  <c:v>11-28T07:30</c:v>
                </c:pt>
                <c:pt idx="501">
                  <c:v>11-28T07:40</c:v>
                </c:pt>
                <c:pt idx="502">
                  <c:v>11-28T07:50</c:v>
                </c:pt>
                <c:pt idx="503">
                  <c:v>11-28T08:00</c:v>
                </c:pt>
                <c:pt idx="504">
                  <c:v>11-28T08:10</c:v>
                </c:pt>
                <c:pt idx="505">
                  <c:v>11-28T08:20</c:v>
                </c:pt>
                <c:pt idx="506">
                  <c:v>11-28T08:30</c:v>
                </c:pt>
                <c:pt idx="507">
                  <c:v>11-28T08:40</c:v>
                </c:pt>
                <c:pt idx="508">
                  <c:v>11-28T08:50</c:v>
                </c:pt>
                <c:pt idx="509">
                  <c:v>11-28T09:00</c:v>
                </c:pt>
                <c:pt idx="510">
                  <c:v>11-28T09:10</c:v>
                </c:pt>
                <c:pt idx="511">
                  <c:v>11-28T09:20</c:v>
                </c:pt>
                <c:pt idx="512">
                  <c:v>11-28T09:30</c:v>
                </c:pt>
                <c:pt idx="513">
                  <c:v>11-28T09:40</c:v>
                </c:pt>
                <c:pt idx="514">
                  <c:v>11-28T09:50</c:v>
                </c:pt>
                <c:pt idx="515">
                  <c:v>11-28T10:00</c:v>
                </c:pt>
                <c:pt idx="516">
                  <c:v>11-28T10:10</c:v>
                </c:pt>
                <c:pt idx="517">
                  <c:v>11-28T10:20</c:v>
                </c:pt>
                <c:pt idx="518">
                  <c:v>11-28T10:30</c:v>
                </c:pt>
                <c:pt idx="519">
                  <c:v>11-28T10:40</c:v>
                </c:pt>
                <c:pt idx="520">
                  <c:v>11-28T10:50</c:v>
                </c:pt>
                <c:pt idx="521">
                  <c:v>11-28T11:00</c:v>
                </c:pt>
                <c:pt idx="522">
                  <c:v>11-28T11:10</c:v>
                </c:pt>
                <c:pt idx="523">
                  <c:v>11-28T11:20</c:v>
                </c:pt>
                <c:pt idx="524">
                  <c:v>11-28T11:30</c:v>
                </c:pt>
                <c:pt idx="525">
                  <c:v>11-28T11:40</c:v>
                </c:pt>
                <c:pt idx="526">
                  <c:v>11-28T11:50</c:v>
                </c:pt>
                <c:pt idx="527">
                  <c:v>11-28T12:00</c:v>
                </c:pt>
                <c:pt idx="528">
                  <c:v>11-28T12:10</c:v>
                </c:pt>
                <c:pt idx="529">
                  <c:v>11-28T12:20</c:v>
                </c:pt>
                <c:pt idx="530">
                  <c:v>11-28T12:30</c:v>
                </c:pt>
                <c:pt idx="531">
                  <c:v>11-28T12:40</c:v>
                </c:pt>
                <c:pt idx="532">
                  <c:v>11-28T12:50</c:v>
                </c:pt>
                <c:pt idx="533">
                  <c:v>11-28T13:00</c:v>
                </c:pt>
                <c:pt idx="534">
                  <c:v>11-28T13:10</c:v>
                </c:pt>
                <c:pt idx="535">
                  <c:v>11-28T13:20</c:v>
                </c:pt>
                <c:pt idx="536">
                  <c:v>11-28T13:30</c:v>
                </c:pt>
                <c:pt idx="537">
                  <c:v>11-28T13:40</c:v>
                </c:pt>
                <c:pt idx="538">
                  <c:v>11-28T13:50</c:v>
                </c:pt>
                <c:pt idx="539">
                  <c:v>11-28T14:00</c:v>
                </c:pt>
                <c:pt idx="540">
                  <c:v>11-28T14:10</c:v>
                </c:pt>
                <c:pt idx="541">
                  <c:v>11-28T14:20</c:v>
                </c:pt>
                <c:pt idx="542">
                  <c:v>11-28T14:30</c:v>
                </c:pt>
                <c:pt idx="543">
                  <c:v>11-28T14:40</c:v>
                </c:pt>
                <c:pt idx="544">
                  <c:v>11-28T14:50</c:v>
                </c:pt>
                <c:pt idx="545">
                  <c:v>11-28T15:00</c:v>
                </c:pt>
                <c:pt idx="546">
                  <c:v>11-28T15:10</c:v>
                </c:pt>
                <c:pt idx="547">
                  <c:v>11-28T15:20</c:v>
                </c:pt>
                <c:pt idx="548">
                  <c:v>11-28T15:30</c:v>
                </c:pt>
                <c:pt idx="549">
                  <c:v>11-28T15:40</c:v>
                </c:pt>
                <c:pt idx="550">
                  <c:v>11-28T15:50</c:v>
                </c:pt>
                <c:pt idx="551">
                  <c:v>11-28T16:00</c:v>
                </c:pt>
                <c:pt idx="552">
                  <c:v>11-28T16:10</c:v>
                </c:pt>
                <c:pt idx="553">
                  <c:v>11-28T16:20</c:v>
                </c:pt>
                <c:pt idx="554">
                  <c:v>11-28T16:30</c:v>
                </c:pt>
                <c:pt idx="555">
                  <c:v>11-28T16:40</c:v>
                </c:pt>
                <c:pt idx="556">
                  <c:v>11-28T16:50</c:v>
                </c:pt>
                <c:pt idx="557">
                  <c:v>11-28T17:00</c:v>
                </c:pt>
                <c:pt idx="558">
                  <c:v>11-28T17:10</c:v>
                </c:pt>
                <c:pt idx="559">
                  <c:v>11-28T17:20</c:v>
                </c:pt>
                <c:pt idx="560">
                  <c:v>11-28T17:30</c:v>
                </c:pt>
                <c:pt idx="561">
                  <c:v>11-28T17:40</c:v>
                </c:pt>
                <c:pt idx="562">
                  <c:v>11-28T17:50</c:v>
                </c:pt>
                <c:pt idx="563">
                  <c:v>11-28T18:00</c:v>
                </c:pt>
                <c:pt idx="564">
                  <c:v>11-28T18:10</c:v>
                </c:pt>
                <c:pt idx="565">
                  <c:v>11-28T18:20</c:v>
                </c:pt>
                <c:pt idx="566">
                  <c:v>11-28T18:30</c:v>
                </c:pt>
                <c:pt idx="567">
                  <c:v>11-28T18:40</c:v>
                </c:pt>
                <c:pt idx="568">
                  <c:v>11-28T18:50</c:v>
                </c:pt>
                <c:pt idx="569">
                  <c:v>11-28T19:00</c:v>
                </c:pt>
                <c:pt idx="570">
                  <c:v>11-28T19:10</c:v>
                </c:pt>
                <c:pt idx="571">
                  <c:v>11-28T19:20</c:v>
                </c:pt>
                <c:pt idx="572">
                  <c:v>11-28T19:30</c:v>
                </c:pt>
                <c:pt idx="573">
                  <c:v>11-28T19:40</c:v>
                </c:pt>
                <c:pt idx="574">
                  <c:v>11-28T19:50</c:v>
                </c:pt>
                <c:pt idx="575">
                  <c:v>11-28T20:00</c:v>
                </c:pt>
                <c:pt idx="576">
                  <c:v>11-28T20:10</c:v>
                </c:pt>
                <c:pt idx="577">
                  <c:v>11-28T20:20</c:v>
                </c:pt>
                <c:pt idx="578">
                  <c:v>11-28T20:30</c:v>
                </c:pt>
                <c:pt idx="579">
                  <c:v>11-28T20:40</c:v>
                </c:pt>
                <c:pt idx="580">
                  <c:v>11-28T20:50</c:v>
                </c:pt>
                <c:pt idx="581">
                  <c:v>11-28T21:00</c:v>
                </c:pt>
                <c:pt idx="582">
                  <c:v>11-28T21:10</c:v>
                </c:pt>
                <c:pt idx="583">
                  <c:v>11-28T21:20</c:v>
                </c:pt>
                <c:pt idx="584">
                  <c:v>11-28T21:30</c:v>
                </c:pt>
                <c:pt idx="585">
                  <c:v>11-28T21:40</c:v>
                </c:pt>
                <c:pt idx="586">
                  <c:v>11-28T21:50</c:v>
                </c:pt>
                <c:pt idx="587">
                  <c:v>11-28T22:00</c:v>
                </c:pt>
                <c:pt idx="588">
                  <c:v>11-28T22:10</c:v>
                </c:pt>
                <c:pt idx="589">
                  <c:v>11-28T22:20</c:v>
                </c:pt>
                <c:pt idx="590">
                  <c:v>11-28T22:30</c:v>
                </c:pt>
                <c:pt idx="591">
                  <c:v>11-28T22:40</c:v>
                </c:pt>
                <c:pt idx="592">
                  <c:v>11-28T22:50</c:v>
                </c:pt>
                <c:pt idx="593">
                  <c:v>11-28T23:00</c:v>
                </c:pt>
                <c:pt idx="594">
                  <c:v>11-28T23:10</c:v>
                </c:pt>
                <c:pt idx="595">
                  <c:v>11-28T23:20</c:v>
                </c:pt>
                <c:pt idx="596">
                  <c:v>11-28T23:30</c:v>
                </c:pt>
                <c:pt idx="597">
                  <c:v>11-28T23:40</c:v>
                </c:pt>
                <c:pt idx="598">
                  <c:v>11-28T23:50</c:v>
                </c:pt>
              </c:strCache>
            </c:strRef>
          </c:cat>
          <c:val>
            <c:numRef>
              <c:f>'Chart Data'!$F$2:$F$600</c:f>
              <c:numCache>
                <c:formatCode>0</c:formatCode>
                <c:ptCount val="599"/>
                <c:pt idx="0">
                  <c:v>14.528036</c:v>
                </c:pt>
                <c:pt idx="1">
                  <c:v>14.272869</c:v>
                </c:pt>
                <c:pt idx="2">
                  <c:v>14.026195</c:v>
                </c:pt>
                <c:pt idx="3">
                  <c:v>13.878048</c:v>
                </c:pt>
                <c:pt idx="4">
                  <c:v>13.775082</c:v>
                </c:pt>
                <c:pt idx="5">
                  <c:v>13.556739</c:v>
                </c:pt>
                <c:pt idx="6">
                  <c:v>13.36053</c:v>
                </c:pt>
                <c:pt idx="7">
                  <c:v>13.373627</c:v>
                </c:pt>
                <c:pt idx="8">
                  <c:v>13.425533</c:v>
                </c:pt>
                <c:pt idx="9">
                  <c:v>13.781867</c:v>
                </c:pt>
                <c:pt idx="10">
                  <c:v>13.901573</c:v>
                </c:pt>
                <c:pt idx="11">
                  <c:v>13.785957</c:v>
                </c:pt>
                <c:pt idx="12">
                  <c:v>13.391403</c:v>
                </c:pt>
                <c:pt idx="13">
                  <c:v>13.434741</c:v>
                </c:pt>
                <c:pt idx="14">
                  <c:v>13.272197</c:v>
                </c:pt>
                <c:pt idx="15">
                  <c:v>12.915607</c:v>
                </c:pt>
                <c:pt idx="16">
                  <c:v>12.639122</c:v>
                </c:pt>
                <c:pt idx="17">
                  <c:v>12.291805</c:v>
                </c:pt>
                <c:pt idx="18">
                  <c:v>11.490921</c:v>
                </c:pt>
                <c:pt idx="19">
                  <c:v>11.06259</c:v>
                </c:pt>
                <c:pt idx="20">
                  <c:v>10.796089</c:v>
                </c:pt>
                <c:pt idx="21">
                  <c:v>10.191729</c:v>
                </c:pt>
                <c:pt idx="22">
                  <c:v>10.178362</c:v>
                </c:pt>
                <c:pt idx="23">
                  <c:v>9.765099</c:v>
                </c:pt>
                <c:pt idx="24">
                  <c:v>9.476752</c:v>
                </c:pt>
                <c:pt idx="25">
                  <c:v>9.20372</c:v>
                </c:pt>
                <c:pt idx="26">
                  <c:v>8.971882</c:v>
                </c:pt>
                <c:pt idx="27">
                  <c:v>8.895758</c:v>
                </c:pt>
                <c:pt idx="28">
                  <c:v>8.481714</c:v>
                </c:pt>
                <c:pt idx="29">
                  <c:v>7.595296</c:v>
                </c:pt>
                <c:pt idx="30">
                  <c:v>7.162037</c:v>
                </c:pt>
                <c:pt idx="31">
                  <c:v>6.800281</c:v>
                </c:pt>
                <c:pt idx="32">
                  <c:v>6.478069</c:v>
                </c:pt>
                <c:pt idx="33">
                  <c:v>6.189551</c:v>
                </c:pt>
                <c:pt idx="34">
                  <c:v>6.075714</c:v>
                </c:pt>
                <c:pt idx="35">
                  <c:v>5.944006</c:v>
                </c:pt>
                <c:pt idx="36">
                  <c:v>5.739318</c:v>
                </c:pt>
                <c:pt idx="37">
                  <c:v>5.611013</c:v>
                </c:pt>
                <c:pt idx="38">
                  <c:v>5.366841</c:v>
                </c:pt>
                <c:pt idx="39">
                  <c:v>5.309082</c:v>
                </c:pt>
                <c:pt idx="40">
                  <c:v>5.263637</c:v>
                </c:pt>
                <c:pt idx="41">
                  <c:v>5.155201</c:v>
                </c:pt>
                <c:pt idx="42">
                  <c:v>5.076339</c:v>
                </c:pt>
                <c:pt idx="43">
                  <c:v>4.909625</c:v>
                </c:pt>
                <c:pt idx="44">
                  <c:v>4.863987</c:v>
                </c:pt>
                <c:pt idx="45">
                  <c:v>4.990844</c:v>
                </c:pt>
                <c:pt idx="46">
                  <c:v>4.908725</c:v>
                </c:pt>
                <c:pt idx="47">
                  <c:v>4.860344</c:v>
                </c:pt>
                <c:pt idx="48">
                  <c:v>4.960298</c:v>
                </c:pt>
                <c:pt idx="49">
                  <c:v>5.012056</c:v>
                </c:pt>
                <c:pt idx="50">
                  <c:v>5.061404</c:v>
                </c:pt>
                <c:pt idx="51">
                  <c:v>5.010366</c:v>
                </c:pt>
                <c:pt idx="52">
                  <c:v>4.891903</c:v>
                </c:pt>
                <c:pt idx="53">
                  <c:v>4.989883</c:v>
                </c:pt>
                <c:pt idx="54">
                  <c:v>5.037455</c:v>
                </c:pt>
                <c:pt idx="55">
                  <c:v>5.180932</c:v>
                </c:pt>
                <c:pt idx="56">
                  <c:v>5.380347</c:v>
                </c:pt>
                <c:pt idx="57">
                  <c:v>5.624864</c:v>
                </c:pt>
                <c:pt idx="58">
                  <c:v>5.854927</c:v>
                </c:pt>
                <c:pt idx="59">
                  <c:v>6.138282</c:v>
                </c:pt>
                <c:pt idx="60">
                  <c:v>6.566972</c:v>
                </c:pt>
                <c:pt idx="61">
                  <c:v>7.108668</c:v>
                </c:pt>
                <c:pt idx="62">
                  <c:v>7.718774</c:v>
                </c:pt>
                <c:pt idx="63">
                  <c:v>8.416604</c:v>
                </c:pt>
                <c:pt idx="64">
                  <c:v>9.000411</c:v>
                </c:pt>
                <c:pt idx="65">
                  <c:v>9.549802</c:v>
                </c:pt>
                <c:pt idx="66">
                  <c:v>9.79388</c:v>
                </c:pt>
                <c:pt idx="67">
                  <c:v>10.036015</c:v>
                </c:pt>
                <c:pt idx="68">
                  <c:v>10.360326</c:v>
                </c:pt>
                <c:pt idx="69">
                  <c:v>10.031696</c:v>
                </c:pt>
                <c:pt idx="70">
                  <c:v>9.905065</c:v>
                </c:pt>
                <c:pt idx="71">
                  <c:v>9.70855</c:v>
                </c:pt>
                <c:pt idx="72">
                  <c:v>9.677466</c:v>
                </c:pt>
                <c:pt idx="73">
                  <c:v>9.715858</c:v>
                </c:pt>
                <c:pt idx="74">
                  <c:v>9.420741</c:v>
                </c:pt>
                <c:pt idx="75">
                  <c:v>9.389357</c:v>
                </c:pt>
                <c:pt idx="76">
                  <c:v>9.067448</c:v>
                </c:pt>
                <c:pt idx="77">
                  <c:v>8.850069</c:v>
                </c:pt>
                <c:pt idx="78">
                  <c:v>8.732032</c:v>
                </c:pt>
                <c:pt idx="79">
                  <c:v>8.623342</c:v>
                </c:pt>
                <c:pt idx="80">
                  <c:v>8.700698</c:v>
                </c:pt>
                <c:pt idx="81">
                  <c:v>8.664976</c:v>
                </c:pt>
                <c:pt idx="82">
                  <c:v>8.649036</c:v>
                </c:pt>
                <c:pt idx="83">
                  <c:v>8.539122</c:v>
                </c:pt>
                <c:pt idx="84">
                  <c:v>8.548304</c:v>
                </c:pt>
                <c:pt idx="85">
                  <c:v>8.577562</c:v>
                </c:pt>
                <c:pt idx="86">
                  <c:v>8.445299</c:v>
                </c:pt>
                <c:pt idx="87">
                  <c:v>8.573985</c:v>
                </c:pt>
                <c:pt idx="88">
                  <c:v>8.594492</c:v>
                </c:pt>
                <c:pt idx="89">
                  <c:v>8.797847</c:v>
                </c:pt>
                <c:pt idx="90">
                  <c:v>8.957689</c:v>
                </c:pt>
                <c:pt idx="91">
                  <c:v>8.928981</c:v>
                </c:pt>
                <c:pt idx="92">
                  <c:v>8.841953</c:v>
                </c:pt>
                <c:pt idx="93">
                  <c:v>8.679914</c:v>
                </c:pt>
                <c:pt idx="94">
                  <c:v>8.715765</c:v>
                </c:pt>
                <c:pt idx="95">
                  <c:v>8.68043</c:v>
                </c:pt>
                <c:pt idx="96">
                  <c:v>8.784853</c:v>
                </c:pt>
                <c:pt idx="97">
                  <c:v>8.837035</c:v>
                </c:pt>
                <c:pt idx="98">
                  <c:v>8.796584</c:v>
                </c:pt>
                <c:pt idx="99">
                  <c:v>8.946972</c:v>
                </c:pt>
                <c:pt idx="100">
                  <c:v>8.918228</c:v>
                </c:pt>
                <c:pt idx="101">
                  <c:v>9.03729</c:v>
                </c:pt>
                <c:pt idx="102">
                  <c:v>9.203069</c:v>
                </c:pt>
                <c:pt idx="103">
                  <c:v>9.309153</c:v>
                </c:pt>
                <c:pt idx="104">
                  <c:v>9.260875</c:v>
                </c:pt>
                <c:pt idx="105">
                  <c:v>9.469131</c:v>
                </c:pt>
                <c:pt idx="106">
                  <c:v>9.492342</c:v>
                </c:pt>
                <c:pt idx="107">
                  <c:v>9.600104</c:v>
                </c:pt>
                <c:pt idx="108">
                  <c:v>9.842609</c:v>
                </c:pt>
                <c:pt idx="109">
                  <c:v>9.973654</c:v>
                </c:pt>
                <c:pt idx="110">
                  <c:v>9.930764</c:v>
                </c:pt>
                <c:pt idx="111">
                  <c:v>10.103786</c:v>
                </c:pt>
                <c:pt idx="112">
                  <c:v>10.192729</c:v>
                </c:pt>
                <c:pt idx="113">
                  <c:v>10.256801</c:v>
                </c:pt>
                <c:pt idx="114">
                  <c:v>10.384706</c:v>
                </c:pt>
                <c:pt idx="115">
                  <c:v>10.533804</c:v>
                </c:pt>
                <c:pt idx="116">
                  <c:v>10.64801</c:v>
                </c:pt>
                <c:pt idx="117">
                  <c:v>10.631619</c:v>
                </c:pt>
                <c:pt idx="118">
                  <c:v>10.878721</c:v>
                </c:pt>
                <c:pt idx="119">
                  <c:v>10.989285</c:v>
                </c:pt>
                <c:pt idx="120">
                  <c:v>11.098819</c:v>
                </c:pt>
                <c:pt idx="121">
                  <c:v>11.261712</c:v>
                </c:pt>
                <c:pt idx="122">
                  <c:v>11.254392</c:v>
                </c:pt>
                <c:pt idx="123">
                  <c:v>11.451326</c:v>
                </c:pt>
                <c:pt idx="124">
                  <c:v>11.633183</c:v>
                </c:pt>
                <c:pt idx="125">
                  <c:v>11.752151</c:v>
                </c:pt>
                <c:pt idx="126">
                  <c:v>12.01466</c:v>
                </c:pt>
                <c:pt idx="127">
                  <c:v>12.275053</c:v>
                </c:pt>
                <c:pt idx="128">
                  <c:v>12.414415</c:v>
                </c:pt>
                <c:pt idx="129">
                  <c:v>12.613022</c:v>
                </c:pt>
                <c:pt idx="130">
                  <c:v>12.743011</c:v>
                </c:pt>
                <c:pt idx="131">
                  <c:v>12.848214</c:v>
                </c:pt>
                <c:pt idx="132">
                  <c:v>12.806373</c:v>
                </c:pt>
                <c:pt idx="133">
                  <c:v>12.997811</c:v>
                </c:pt>
                <c:pt idx="134">
                  <c:v>13.199687</c:v>
                </c:pt>
                <c:pt idx="135">
                  <c:v>13.393359</c:v>
                </c:pt>
                <c:pt idx="136">
                  <c:v>13.621236</c:v>
                </c:pt>
                <c:pt idx="137">
                  <c:v>13.634313</c:v>
                </c:pt>
                <c:pt idx="138">
                  <c:v>13.697864</c:v>
                </c:pt>
                <c:pt idx="139">
                  <c:v>13.668892</c:v>
                </c:pt>
                <c:pt idx="140">
                  <c:v>13.628765</c:v>
                </c:pt>
                <c:pt idx="141">
                  <c:v>13.79245</c:v>
                </c:pt>
                <c:pt idx="142">
                  <c:v>13.970062</c:v>
                </c:pt>
                <c:pt idx="143">
                  <c:v>14.064234</c:v>
                </c:pt>
                <c:pt idx="144">
                  <c:v>14.061808</c:v>
                </c:pt>
                <c:pt idx="145">
                  <c:v>14.109445</c:v>
                </c:pt>
                <c:pt idx="146">
                  <c:v>14.15184</c:v>
                </c:pt>
                <c:pt idx="147">
                  <c:v>14.257057</c:v>
                </c:pt>
                <c:pt idx="148">
                  <c:v>14.238061</c:v>
                </c:pt>
                <c:pt idx="149">
                  <c:v>14.324059</c:v>
                </c:pt>
                <c:pt idx="150">
                  <c:v>14.345196</c:v>
                </c:pt>
                <c:pt idx="151">
                  <c:v>14.390535</c:v>
                </c:pt>
                <c:pt idx="152">
                  <c:v>14.481871</c:v>
                </c:pt>
                <c:pt idx="153">
                  <c:v>14.476856</c:v>
                </c:pt>
                <c:pt idx="154">
                  <c:v>14.335808</c:v>
                </c:pt>
                <c:pt idx="155">
                  <c:v>14.418844</c:v>
                </c:pt>
                <c:pt idx="156">
                  <c:v>14.462471</c:v>
                </c:pt>
                <c:pt idx="157">
                  <c:v>14.422858</c:v>
                </c:pt>
                <c:pt idx="158">
                  <c:v>14.312759</c:v>
                </c:pt>
                <c:pt idx="159">
                  <c:v>14.103696</c:v>
                </c:pt>
                <c:pt idx="160">
                  <c:v>13.692775</c:v>
                </c:pt>
                <c:pt idx="161">
                  <c:v>13.287893</c:v>
                </c:pt>
                <c:pt idx="162">
                  <c:v>12.863955</c:v>
                </c:pt>
                <c:pt idx="163">
                  <c:v>12.23249</c:v>
                </c:pt>
                <c:pt idx="164">
                  <c:v>11.569414</c:v>
                </c:pt>
                <c:pt idx="165">
                  <c:v>11.040128</c:v>
                </c:pt>
                <c:pt idx="166">
                  <c:v>10.572333</c:v>
                </c:pt>
                <c:pt idx="167">
                  <c:v>10.115646</c:v>
                </c:pt>
                <c:pt idx="168">
                  <c:v>10.058152</c:v>
                </c:pt>
                <c:pt idx="169">
                  <c:v>9.38592</c:v>
                </c:pt>
                <c:pt idx="170">
                  <c:v>9.071344</c:v>
                </c:pt>
                <c:pt idx="171">
                  <c:v>8.861701</c:v>
                </c:pt>
                <c:pt idx="172">
                  <c:v>8.419923</c:v>
                </c:pt>
                <c:pt idx="173">
                  <c:v>8.132421</c:v>
                </c:pt>
                <c:pt idx="174">
                  <c:v>7.861092</c:v>
                </c:pt>
                <c:pt idx="175">
                  <c:v>7.59822</c:v>
                </c:pt>
                <c:pt idx="176">
                  <c:v>7.420187</c:v>
                </c:pt>
                <c:pt idx="177">
                  <c:v>7.290294</c:v>
                </c:pt>
                <c:pt idx="178">
                  <c:v>6.93265</c:v>
                </c:pt>
                <c:pt idx="179">
                  <c:v>6.677855</c:v>
                </c:pt>
                <c:pt idx="180">
                  <c:v>6.355503</c:v>
                </c:pt>
                <c:pt idx="181">
                  <c:v>6.122343</c:v>
                </c:pt>
                <c:pt idx="182">
                  <c:v>6.059433</c:v>
                </c:pt>
                <c:pt idx="183">
                  <c:v>5.860643</c:v>
                </c:pt>
                <c:pt idx="184">
                  <c:v>5.816335</c:v>
                </c:pt>
                <c:pt idx="185">
                  <c:v>5.691131</c:v>
                </c:pt>
                <c:pt idx="186">
                  <c:v>5.543302</c:v>
                </c:pt>
                <c:pt idx="187">
                  <c:v>5.64184</c:v>
                </c:pt>
                <c:pt idx="188">
                  <c:v>5.547598</c:v>
                </c:pt>
                <c:pt idx="189">
                  <c:v>5.398257</c:v>
                </c:pt>
                <c:pt idx="190">
                  <c:v>5.431648</c:v>
                </c:pt>
                <c:pt idx="191">
                  <c:v>5.33639</c:v>
                </c:pt>
                <c:pt idx="192">
                  <c:v>5.247807</c:v>
                </c:pt>
                <c:pt idx="193">
                  <c:v>5.253328</c:v>
                </c:pt>
                <c:pt idx="194">
                  <c:v>5.33438</c:v>
                </c:pt>
                <c:pt idx="195">
                  <c:v>5.299401</c:v>
                </c:pt>
                <c:pt idx="196">
                  <c:v>5.397984</c:v>
                </c:pt>
                <c:pt idx="197">
                  <c:v>5.540759</c:v>
                </c:pt>
                <c:pt idx="198">
                  <c:v>5.639637</c:v>
                </c:pt>
                <c:pt idx="199">
                  <c:v>5.843875</c:v>
                </c:pt>
                <c:pt idx="200">
                  <c:v>6.180379</c:v>
                </c:pt>
                <c:pt idx="201">
                  <c:v>6.400245</c:v>
                </c:pt>
                <c:pt idx="202">
                  <c:v>6.729792</c:v>
                </c:pt>
                <c:pt idx="203">
                  <c:v>7.175695</c:v>
                </c:pt>
                <c:pt idx="204">
                  <c:v>7.573111</c:v>
                </c:pt>
                <c:pt idx="205">
                  <c:v>8.134808</c:v>
                </c:pt>
                <c:pt idx="206">
                  <c:v>8.761224</c:v>
                </c:pt>
                <c:pt idx="207">
                  <c:v>9.078215</c:v>
                </c:pt>
                <c:pt idx="208">
                  <c:v>9.348397</c:v>
                </c:pt>
                <c:pt idx="209">
                  <c:v>9.551972</c:v>
                </c:pt>
                <c:pt idx="210">
                  <c:v>9.423143</c:v>
                </c:pt>
                <c:pt idx="211">
                  <c:v>9.438558</c:v>
                </c:pt>
                <c:pt idx="212">
                  <c:v>9.69082</c:v>
                </c:pt>
                <c:pt idx="213">
                  <c:v>9.487886</c:v>
                </c:pt>
                <c:pt idx="214">
                  <c:v>9.318531</c:v>
                </c:pt>
                <c:pt idx="215">
                  <c:v>9.234904</c:v>
                </c:pt>
                <c:pt idx="216">
                  <c:v>9.203756</c:v>
                </c:pt>
                <c:pt idx="217">
                  <c:v>9.245441</c:v>
                </c:pt>
                <c:pt idx="218">
                  <c:v>8.953178</c:v>
                </c:pt>
                <c:pt idx="219">
                  <c:v>8.938791</c:v>
                </c:pt>
                <c:pt idx="220">
                  <c:v>9.111071</c:v>
                </c:pt>
                <c:pt idx="221">
                  <c:v>9.114742</c:v>
                </c:pt>
                <c:pt idx="222">
                  <c:v>9.004088</c:v>
                </c:pt>
                <c:pt idx="223">
                  <c:v>8.795157</c:v>
                </c:pt>
                <c:pt idx="224">
                  <c:v>8.614571</c:v>
                </c:pt>
                <c:pt idx="225">
                  <c:v>8.605824</c:v>
                </c:pt>
                <c:pt idx="226">
                  <c:v>8.569747</c:v>
                </c:pt>
                <c:pt idx="227">
                  <c:v>8.485558</c:v>
                </c:pt>
                <c:pt idx="228">
                  <c:v>8.459672</c:v>
                </c:pt>
                <c:pt idx="229">
                  <c:v>8.607289</c:v>
                </c:pt>
                <c:pt idx="230">
                  <c:v>8.485905</c:v>
                </c:pt>
                <c:pt idx="231">
                  <c:v>8.763876</c:v>
                </c:pt>
                <c:pt idx="232">
                  <c:v>8.952556</c:v>
                </c:pt>
                <c:pt idx="233">
                  <c:v>8.869241</c:v>
                </c:pt>
                <c:pt idx="234">
                  <c:v>8.846528</c:v>
                </c:pt>
                <c:pt idx="235">
                  <c:v>8.76703</c:v>
                </c:pt>
                <c:pt idx="236">
                  <c:v>8.827815</c:v>
                </c:pt>
                <c:pt idx="237">
                  <c:v>8.795222</c:v>
                </c:pt>
                <c:pt idx="238">
                  <c:v>8.771791</c:v>
                </c:pt>
                <c:pt idx="239">
                  <c:v>8.824949</c:v>
                </c:pt>
                <c:pt idx="240">
                  <c:v>8.978078</c:v>
                </c:pt>
                <c:pt idx="241">
                  <c:v>9.064391</c:v>
                </c:pt>
                <c:pt idx="242">
                  <c:v>9.038816</c:v>
                </c:pt>
                <c:pt idx="243">
                  <c:v>9.156603</c:v>
                </c:pt>
                <c:pt idx="244">
                  <c:v>9.180749</c:v>
                </c:pt>
                <c:pt idx="245">
                  <c:v>9.248415</c:v>
                </c:pt>
                <c:pt idx="246">
                  <c:v>9.356528</c:v>
                </c:pt>
                <c:pt idx="247">
                  <c:v>9.448771</c:v>
                </c:pt>
                <c:pt idx="248">
                  <c:v>9.53779</c:v>
                </c:pt>
                <c:pt idx="249">
                  <c:v>9.519048</c:v>
                </c:pt>
                <c:pt idx="250">
                  <c:v>9.593998</c:v>
                </c:pt>
                <c:pt idx="251">
                  <c:v>9.713038</c:v>
                </c:pt>
                <c:pt idx="252">
                  <c:v>9.821178</c:v>
                </c:pt>
                <c:pt idx="253">
                  <c:v>9.910167</c:v>
                </c:pt>
                <c:pt idx="254">
                  <c:v>9.972925</c:v>
                </c:pt>
                <c:pt idx="255">
                  <c:v>10.083255</c:v>
                </c:pt>
                <c:pt idx="256">
                  <c:v>10.09135</c:v>
                </c:pt>
                <c:pt idx="257">
                  <c:v>10.195716</c:v>
                </c:pt>
                <c:pt idx="258">
                  <c:v>10.240175</c:v>
                </c:pt>
                <c:pt idx="259">
                  <c:v>10.26631</c:v>
                </c:pt>
                <c:pt idx="260">
                  <c:v>10.244352</c:v>
                </c:pt>
                <c:pt idx="261">
                  <c:v>10.31296</c:v>
                </c:pt>
                <c:pt idx="262">
                  <c:v>10.247833</c:v>
                </c:pt>
                <c:pt idx="263">
                  <c:v>10.285197</c:v>
                </c:pt>
                <c:pt idx="264">
                  <c:v>10.495659</c:v>
                </c:pt>
                <c:pt idx="265">
                  <c:v>10.683543</c:v>
                </c:pt>
                <c:pt idx="266">
                  <c:v>10.883449</c:v>
                </c:pt>
                <c:pt idx="267">
                  <c:v>11.090265</c:v>
                </c:pt>
                <c:pt idx="268">
                  <c:v>11.376643</c:v>
                </c:pt>
                <c:pt idx="269">
                  <c:v>11.739037</c:v>
                </c:pt>
                <c:pt idx="270">
                  <c:v>12.079771</c:v>
                </c:pt>
                <c:pt idx="271">
                  <c:v>12.425337</c:v>
                </c:pt>
                <c:pt idx="272">
                  <c:v>12.565971</c:v>
                </c:pt>
                <c:pt idx="273">
                  <c:v>12.833584</c:v>
                </c:pt>
                <c:pt idx="274">
                  <c:v>13.042011</c:v>
                </c:pt>
                <c:pt idx="275">
                  <c:v>13.376485</c:v>
                </c:pt>
                <c:pt idx="276">
                  <c:v>13.552787</c:v>
                </c:pt>
                <c:pt idx="277">
                  <c:v>13.801166</c:v>
                </c:pt>
                <c:pt idx="278">
                  <c:v>14.051994</c:v>
                </c:pt>
                <c:pt idx="279">
                  <c:v>14.133088</c:v>
                </c:pt>
                <c:pt idx="280">
                  <c:v>14.234212</c:v>
                </c:pt>
                <c:pt idx="281">
                  <c:v>14.286266</c:v>
                </c:pt>
                <c:pt idx="282">
                  <c:v>14.374027</c:v>
                </c:pt>
                <c:pt idx="283">
                  <c:v>14.445792</c:v>
                </c:pt>
                <c:pt idx="284">
                  <c:v>14.517794</c:v>
                </c:pt>
                <c:pt idx="285">
                  <c:v>14.658825</c:v>
                </c:pt>
                <c:pt idx="286">
                  <c:v>14.77824</c:v>
                </c:pt>
                <c:pt idx="287">
                  <c:v>14.86311</c:v>
                </c:pt>
                <c:pt idx="288">
                  <c:v>14.876491</c:v>
                </c:pt>
                <c:pt idx="289">
                  <c:v>14.94862</c:v>
                </c:pt>
                <c:pt idx="290">
                  <c:v>14.977988</c:v>
                </c:pt>
                <c:pt idx="291">
                  <c:v>15.069647</c:v>
                </c:pt>
                <c:pt idx="292">
                  <c:v>15.101938</c:v>
                </c:pt>
                <c:pt idx="293">
                  <c:v>15.115293</c:v>
                </c:pt>
                <c:pt idx="294">
                  <c:v>15.23689</c:v>
                </c:pt>
                <c:pt idx="295">
                  <c:v>15.193646</c:v>
                </c:pt>
                <c:pt idx="296">
                  <c:v>15.234991</c:v>
                </c:pt>
                <c:pt idx="297">
                  <c:v>15.27564</c:v>
                </c:pt>
                <c:pt idx="298">
                  <c:v>15.259041</c:v>
                </c:pt>
                <c:pt idx="299">
                  <c:v>15.18224</c:v>
                </c:pt>
                <c:pt idx="300">
                  <c:v>15.009076</c:v>
                </c:pt>
                <c:pt idx="301">
                  <c:v>14.853109</c:v>
                </c:pt>
                <c:pt idx="302">
                  <c:v>14.549473</c:v>
                </c:pt>
                <c:pt idx="303">
                  <c:v>14.218395</c:v>
                </c:pt>
                <c:pt idx="304">
                  <c:v>13.402655</c:v>
                </c:pt>
                <c:pt idx="305">
                  <c:v>12.900495</c:v>
                </c:pt>
                <c:pt idx="306">
                  <c:v>12.609044</c:v>
                </c:pt>
                <c:pt idx="307">
                  <c:v>12.110342</c:v>
                </c:pt>
                <c:pt idx="308">
                  <c:v>11.219416</c:v>
                </c:pt>
                <c:pt idx="309">
                  <c:v>10.823386</c:v>
                </c:pt>
                <c:pt idx="310">
                  <c:v>10.089311</c:v>
                </c:pt>
                <c:pt idx="311">
                  <c:v>9.892142</c:v>
                </c:pt>
                <c:pt idx="312">
                  <c:v>9.680678</c:v>
                </c:pt>
                <c:pt idx="313">
                  <c:v>9.454867</c:v>
                </c:pt>
                <c:pt idx="314">
                  <c:v>8.936221</c:v>
                </c:pt>
                <c:pt idx="315">
                  <c:v>8.670176</c:v>
                </c:pt>
                <c:pt idx="316">
                  <c:v>8.463777</c:v>
                </c:pt>
                <c:pt idx="317">
                  <c:v>8.009992</c:v>
                </c:pt>
                <c:pt idx="318">
                  <c:v>7.745883</c:v>
                </c:pt>
                <c:pt idx="319">
                  <c:v>7.36056</c:v>
                </c:pt>
                <c:pt idx="320">
                  <c:v>6.988132</c:v>
                </c:pt>
                <c:pt idx="321">
                  <c:v>6.748455</c:v>
                </c:pt>
                <c:pt idx="322">
                  <c:v>6.596557</c:v>
                </c:pt>
                <c:pt idx="323">
                  <c:v>6.373794</c:v>
                </c:pt>
                <c:pt idx="324">
                  <c:v>6.266593</c:v>
                </c:pt>
                <c:pt idx="325">
                  <c:v>6.123609</c:v>
                </c:pt>
                <c:pt idx="326">
                  <c:v>5.771303</c:v>
                </c:pt>
                <c:pt idx="327">
                  <c:v>6.040519</c:v>
                </c:pt>
                <c:pt idx="328">
                  <c:v>5.941889</c:v>
                </c:pt>
                <c:pt idx="329">
                  <c:v>5.947821</c:v>
                </c:pt>
                <c:pt idx="330">
                  <c:v>6.255016</c:v>
                </c:pt>
                <c:pt idx="331">
                  <c:v>6.165781</c:v>
                </c:pt>
                <c:pt idx="332">
                  <c:v>5.805533</c:v>
                </c:pt>
                <c:pt idx="333">
                  <c:v>5.670728</c:v>
                </c:pt>
                <c:pt idx="334">
                  <c:v>5.512714</c:v>
                </c:pt>
                <c:pt idx="335">
                  <c:v>5.491383</c:v>
                </c:pt>
                <c:pt idx="336">
                  <c:v>5.376285</c:v>
                </c:pt>
                <c:pt idx="337">
                  <c:v>5.309607</c:v>
                </c:pt>
                <c:pt idx="338">
                  <c:v>5.233236</c:v>
                </c:pt>
                <c:pt idx="339">
                  <c:v>5.263418</c:v>
                </c:pt>
                <c:pt idx="340">
                  <c:v>5.301574</c:v>
                </c:pt>
                <c:pt idx="341">
                  <c:v>5.51118</c:v>
                </c:pt>
                <c:pt idx="342">
                  <c:v>5.988304</c:v>
                </c:pt>
                <c:pt idx="343">
                  <c:v>5.961184</c:v>
                </c:pt>
                <c:pt idx="344">
                  <c:v>5.958204</c:v>
                </c:pt>
                <c:pt idx="345">
                  <c:v>5.946233</c:v>
                </c:pt>
                <c:pt idx="346">
                  <c:v>6.157835</c:v>
                </c:pt>
                <c:pt idx="347">
                  <c:v>6.264252</c:v>
                </c:pt>
                <c:pt idx="348">
                  <c:v>6.52824</c:v>
                </c:pt>
                <c:pt idx="349">
                  <c:v>6.8281</c:v>
                </c:pt>
                <c:pt idx="350">
                  <c:v>7.171496</c:v>
                </c:pt>
                <c:pt idx="351">
                  <c:v>7.673978</c:v>
                </c:pt>
                <c:pt idx="352">
                  <c:v>8.279384</c:v>
                </c:pt>
                <c:pt idx="353">
                  <c:v>8.756377</c:v>
                </c:pt>
                <c:pt idx="354">
                  <c:v>9.183912</c:v>
                </c:pt>
                <c:pt idx="355">
                  <c:v>9.455489</c:v>
                </c:pt>
                <c:pt idx="356">
                  <c:v>9.460978</c:v>
                </c:pt>
                <c:pt idx="357">
                  <c:v>9.541947</c:v>
                </c:pt>
                <c:pt idx="358">
                  <c:v>9.683047</c:v>
                </c:pt>
                <c:pt idx="359">
                  <c:v>9.595175</c:v>
                </c:pt>
                <c:pt idx="360">
                  <c:v>9.43518</c:v>
                </c:pt>
                <c:pt idx="361">
                  <c:v>9.308213</c:v>
                </c:pt>
                <c:pt idx="362">
                  <c:v>9.251855</c:v>
                </c:pt>
                <c:pt idx="363">
                  <c:v>9.020548</c:v>
                </c:pt>
                <c:pt idx="364">
                  <c:v>8.773934</c:v>
                </c:pt>
                <c:pt idx="365">
                  <c:v>8.899802</c:v>
                </c:pt>
                <c:pt idx="366">
                  <c:v>9.325202</c:v>
                </c:pt>
                <c:pt idx="367">
                  <c:v>8.932222</c:v>
                </c:pt>
                <c:pt idx="368">
                  <c:v>8.620725</c:v>
                </c:pt>
                <c:pt idx="369">
                  <c:v>8.534254</c:v>
                </c:pt>
                <c:pt idx="370">
                  <c:v>8.576065</c:v>
                </c:pt>
                <c:pt idx="371">
                  <c:v>8.469992</c:v>
                </c:pt>
                <c:pt idx="372">
                  <c:v>8.584954</c:v>
                </c:pt>
                <c:pt idx="373">
                  <c:v>8.568912</c:v>
                </c:pt>
                <c:pt idx="374">
                  <c:v>8.588426</c:v>
                </c:pt>
                <c:pt idx="375">
                  <c:v>8.550705</c:v>
                </c:pt>
                <c:pt idx="376">
                  <c:v>8.552752</c:v>
                </c:pt>
                <c:pt idx="377">
                  <c:v>8.726263</c:v>
                </c:pt>
                <c:pt idx="378">
                  <c:v>8.78017</c:v>
                </c:pt>
                <c:pt idx="379">
                  <c:v>8.751804</c:v>
                </c:pt>
                <c:pt idx="380">
                  <c:v>8.852469</c:v>
                </c:pt>
                <c:pt idx="381">
                  <c:v>8.910264</c:v>
                </c:pt>
                <c:pt idx="382">
                  <c:v>8.876013</c:v>
                </c:pt>
                <c:pt idx="383">
                  <c:v>8.950458</c:v>
                </c:pt>
                <c:pt idx="384">
                  <c:v>8.925478</c:v>
                </c:pt>
                <c:pt idx="385">
                  <c:v>8.923986</c:v>
                </c:pt>
                <c:pt idx="386">
                  <c:v>8.891418</c:v>
                </c:pt>
                <c:pt idx="387">
                  <c:v>9.00793</c:v>
                </c:pt>
                <c:pt idx="388">
                  <c:v>9.20354</c:v>
                </c:pt>
                <c:pt idx="389">
                  <c:v>9.522717</c:v>
                </c:pt>
                <c:pt idx="390">
                  <c:v>9.730997</c:v>
                </c:pt>
                <c:pt idx="391">
                  <c:v>9.91379</c:v>
                </c:pt>
                <c:pt idx="392">
                  <c:v>10.035873</c:v>
                </c:pt>
                <c:pt idx="393">
                  <c:v>9.86337</c:v>
                </c:pt>
                <c:pt idx="394">
                  <c:v>9.796719</c:v>
                </c:pt>
                <c:pt idx="395">
                  <c:v>9.765569</c:v>
                </c:pt>
                <c:pt idx="396">
                  <c:v>10.038406</c:v>
                </c:pt>
                <c:pt idx="397">
                  <c:v>9.951132</c:v>
                </c:pt>
                <c:pt idx="398">
                  <c:v>10.060265</c:v>
                </c:pt>
                <c:pt idx="399">
                  <c:v>10.120618</c:v>
                </c:pt>
                <c:pt idx="400">
                  <c:v>10.269493</c:v>
                </c:pt>
                <c:pt idx="401">
                  <c:v>10.35018</c:v>
                </c:pt>
                <c:pt idx="402">
                  <c:v>10.375736</c:v>
                </c:pt>
                <c:pt idx="403">
                  <c:v>10.384516</c:v>
                </c:pt>
                <c:pt idx="404">
                  <c:v>10.438944</c:v>
                </c:pt>
                <c:pt idx="405">
                  <c:v>10.465551</c:v>
                </c:pt>
                <c:pt idx="406">
                  <c:v>10.429079</c:v>
                </c:pt>
                <c:pt idx="407">
                  <c:v>10.478886</c:v>
                </c:pt>
                <c:pt idx="408">
                  <c:v>10.634255</c:v>
                </c:pt>
                <c:pt idx="409">
                  <c:v>10.775713</c:v>
                </c:pt>
                <c:pt idx="410">
                  <c:v>10.779839</c:v>
                </c:pt>
                <c:pt idx="411">
                  <c:v>10.955574</c:v>
                </c:pt>
                <c:pt idx="412">
                  <c:v>11.128225</c:v>
                </c:pt>
                <c:pt idx="413">
                  <c:v>11.399669</c:v>
                </c:pt>
                <c:pt idx="414">
                  <c:v>11.709967</c:v>
                </c:pt>
                <c:pt idx="415">
                  <c:v>11.965404</c:v>
                </c:pt>
                <c:pt idx="416">
                  <c:v>12.267883</c:v>
                </c:pt>
                <c:pt idx="417">
                  <c:v>12.634612</c:v>
                </c:pt>
                <c:pt idx="418">
                  <c:v>12.904728</c:v>
                </c:pt>
                <c:pt idx="419">
                  <c:v>13.146464</c:v>
                </c:pt>
                <c:pt idx="420">
                  <c:v>13.449033</c:v>
                </c:pt>
                <c:pt idx="421">
                  <c:v>13.637207</c:v>
                </c:pt>
                <c:pt idx="422">
                  <c:v>13.828686</c:v>
                </c:pt>
                <c:pt idx="423">
                  <c:v>13.956124</c:v>
                </c:pt>
                <c:pt idx="424">
                  <c:v>14.080435</c:v>
                </c:pt>
                <c:pt idx="425">
                  <c:v>14.258657</c:v>
                </c:pt>
                <c:pt idx="426">
                  <c:v>14.429082</c:v>
                </c:pt>
                <c:pt idx="427">
                  <c:v>14.543596</c:v>
                </c:pt>
                <c:pt idx="428">
                  <c:v>14.651431</c:v>
                </c:pt>
                <c:pt idx="429">
                  <c:v>14.743034</c:v>
                </c:pt>
                <c:pt idx="430">
                  <c:v>14.80494</c:v>
                </c:pt>
                <c:pt idx="431">
                  <c:v>14.907864</c:v>
                </c:pt>
                <c:pt idx="432">
                  <c:v>15.058495</c:v>
                </c:pt>
                <c:pt idx="433">
                  <c:v>15.141933</c:v>
                </c:pt>
                <c:pt idx="434">
                  <c:v>15.121558</c:v>
                </c:pt>
                <c:pt idx="435">
                  <c:v>15.067833</c:v>
                </c:pt>
                <c:pt idx="436">
                  <c:v>14.970076</c:v>
                </c:pt>
                <c:pt idx="437">
                  <c:v>15.028947</c:v>
                </c:pt>
                <c:pt idx="438">
                  <c:v>15.095396</c:v>
                </c:pt>
                <c:pt idx="439">
                  <c:v>15.022011</c:v>
                </c:pt>
                <c:pt idx="440">
                  <c:v>15.002123</c:v>
                </c:pt>
                <c:pt idx="441">
                  <c:v>15.050167</c:v>
                </c:pt>
                <c:pt idx="442">
                  <c:v>15.031616</c:v>
                </c:pt>
                <c:pt idx="443">
                  <c:v>14.921226</c:v>
                </c:pt>
                <c:pt idx="444">
                  <c:v>13.741934</c:v>
                </c:pt>
                <c:pt idx="445">
                  <c:v>12.713038</c:v>
                </c:pt>
                <c:pt idx="446">
                  <c:v>12.357399</c:v>
                </c:pt>
                <c:pt idx="447">
                  <c:v>11.971762</c:v>
                </c:pt>
                <c:pt idx="448">
                  <c:v>11.720266</c:v>
                </c:pt>
                <c:pt idx="449">
                  <c:v>11.286351</c:v>
                </c:pt>
                <c:pt idx="450">
                  <c:v>10.74059</c:v>
                </c:pt>
                <c:pt idx="451">
                  <c:v>10.389977</c:v>
                </c:pt>
                <c:pt idx="452">
                  <c:v>10.270548</c:v>
                </c:pt>
                <c:pt idx="453">
                  <c:v>10.246115</c:v>
                </c:pt>
                <c:pt idx="454">
                  <c:v>9.867662</c:v>
                </c:pt>
                <c:pt idx="455">
                  <c:v>9.238689</c:v>
                </c:pt>
                <c:pt idx="456">
                  <c:v>8.779901</c:v>
                </c:pt>
                <c:pt idx="457">
                  <c:v>8.58797</c:v>
                </c:pt>
                <c:pt idx="458">
                  <c:v>8.413434</c:v>
                </c:pt>
                <c:pt idx="459">
                  <c:v>8.085453</c:v>
                </c:pt>
                <c:pt idx="460">
                  <c:v>7.902834</c:v>
                </c:pt>
                <c:pt idx="461">
                  <c:v>7.592646</c:v>
                </c:pt>
                <c:pt idx="462">
                  <c:v>7.545277</c:v>
                </c:pt>
                <c:pt idx="463">
                  <c:v>7.093834</c:v>
                </c:pt>
                <c:pt idx="464">
                  <c:v>6.971621</c:v>
                </c:pt>
                <c:pt idx="465">
                  <c:v>6.682344</c:v>
                </c:pt>
                <c:pt idx="466">
                  <c:v>6.311367</c:v>
                </c:pt>
                <c:pt idx="467">
                  <c:v>6.32215</c:v>
                </c:pt>
                <c:pt idx="468">
                  <c:v>6.030428</c:v>
                </c:pt>
                <c:pt idx="469">
                  <c:v>5.847811</c:v>
                </c:pt>
                <c:pt idx="470">
                  <c:v>5.861797</c:v>
                </c:pt>
                <c:pt idx="471">
                  <c:v>5.851045</c:v>
                </c:pt>
                <c:pt idx="472">
                  <c:v>5.602704</c:v>
                </c:pt>
                <c:pt idx="473">
                  <c:v>5.343966</c:v>
                </c:pt>
                <c:pt idx="474">
                  <c:v>5.109276</c:v>
                </c:pt>
                <c:pt idx="475">
                  <c:v>5.024806</c:v>
                </c:pt>
                <c:pt idx="476">
                  <c:v>5.07387</c:v>
                </c:pt>
                <c:pt idx="477">
                  <c:v>4.966252</c:v>
                </c:pt>
                <c:pt idx="478">
                  <c:v>4.874176</c:v>
                </c:pt>
                <c:pt idx="479">
                  <c:v>4.839658</c:v>
                </c:pt>
                <c:pt idx="480">
                  <c:v>4.783423</c:v>
                </c:pt>
                <c:pt idx="481">
                  <c:v>4.833506</c:v>
                </c:pt>
                <c:pt idx="482">
                  <c:v>4.978022</c:v>
                </c:pt>
                <c:pt idx="483">
                  <c:v>5.057986</c:v>
                </c:pt>
                <c:pt idx="484">
                  <c:v>5.006221</c:v>
                </c:pt>
                <c:pt idx="485">
                  <c:v>5.004736</c:v>
                </c:pt>
                <c:pt idx="486">
                  <c:v>5.125134</c:v>
                </c:pt>
                <c:pt idx="487">
                  <c:v>5.162556</c:v>
                </c:pt>
                <c:pt idx="488">
                  <c:v>5.329098</c:v>
                </c:pt>
                <c:pt idx="489">
                  <c:v>5.452882</c:v>
                </c:pt>
                <c:pt idx="490">
                  <c:v>5.548956</c:v>
                </c:pt>
                <c:pt idx="491">
                  <c:v>5.974701</c:v>
                </c:pt>
                <c:pt idx="492">
                  <c:v>6.222677</c:v>
                </c:pt>
                <c:pt idx="493">
                  <c:v>6.65384</c:v>
                </c:pt>
                <c:pt idx="494">
                  <c:v>6.981876</c:v>
                </c:pt>
                <c:pt idx="495">
                  <c:v>7.665055</c:v>
                </c:pt>
                <c:pt idx="496">
                  <c:v>7.826593</c:v>
                </c:pt>
                <c:pt idx="497">
                  <c:v>8.371695</c:v>
                </c:pt>
                <c:pt idx="498">
                  <c:v>8.676149</c:v>
                </c:pt>
                <c:pt idx="499">
                  <c:v>9.315831</c:v>
                </c:pt>
                <c:pt idx="500">
                  <c:v>9.48782</c:v>
                </c:pt>
                <c:pt idx="501">
                  <c:v>9.459351</c:v>
                </c:pt>
                <c:pt idx="502">
                  <c:v>9.447408</c:v>
                </c:pt>
                <c:pt idx="503">
                  <c:v>9.46541</c:v>
                </c:pt>
                <c:pt idx="504">
                  <c:v>9.526117</c:v>
                </c:pt>
                <c:pt idx="505">
                  <c:v>9.307665</c:v>
                </c:pt>
                <c:pt idx="506">
                  <c:v>9.168529</c:v>
                </c:pt>
                <c:pt idx="507">
                  <c:v>8.94703</c:v>
                </c:pt>
                <c:pt idx="508">
                  <c:v>8.905276</c:v>
                </c:pt>
                <c:pt idx="509">
                  <c:v>9.054207</c:v>
                </c:pt>
                <c:pt idx="510">
                  <c:v>8.954352</c:v>
                </c:pt>
                <c:pt idx="511">
                  <c:v>8.606302</c:v>
                </c:pt>
                <c:pt idx="512">
                  <c:v>8.570103</c:v>
                </c:pt>
                <c:pt idx="513">
                  <c:v>8.588681</c:v>
                </c:pt>
                <c:pt idx="514">
                  <c:v>8.581901</c:v>
                </c:pt>
                <c:pt idx="515">
                  <c:v>8.506547</c:v>
                </c:pt>
                <c:pt idx="516">
                  <c:v>8.414761</c:v>
                </c:pt>
                <c:pt idx="517">
                  <c:v>8.435172</c:v>
                </c:pt>
                <c:pt idx="518">
                  <c:v>8.528117</c:v>
                </c:pt>
                <c:pt idx="519">
                  <c:v>8.612278</c:v>
                </c:pt>
                <c:pt idx="520">
                  <c:v>8.59417</c:v>
                </c:pt>
                <c:pt idx="521">
                  <c:v>8.639976</c:v>
                </c:pt>
                <c:pt idx="522">
                  <c:v>8.668044</c:v>
                </c:pt>
                <c:pt idx="523">
                  <c:v>8.627758</c:v>
                </c:pt>
                <c:pt idx="524">
                  <c:v>8.713006</c:v>
                </c:pt>
                <c:pt idx="525">
                  <c:v>8.760274</c:v>
                </c:pt>
                <c:pt idx="526">
                  <c:v>8.816009</c:v>
                </c:pt>
                <c:pt idx="527">
                  <c:v>8.766256</c:v>
                </c:pt>
                <c:pt idx="528">
                  <c:v>8.985166</c:v>
                </c:pt>
                <c:pt idx="529">
                  <c:v>9.033574</c:v>
                </c:pt>
                <c:pt idx="530">
                  <c:v>8.834789</c:v>
                </c:pt>
                <c:pt idx="531">
                  <c:v>8.954954</c:v>
                </c:pt>
                <c:pt idx="532">
                  <c:v>9.29248</c:v>
                </c:pt>
                <c:pt idx="533">
                  <c:v>9.091507</c:v>
                </c:pt>
                <c:pt idx="534">
                  <c:v>9.153286</c:v>
                </c:pt>
                <c:pt idx="535">
                  <c:v>9.251081</c:v>
                </c:pt>
                <c:pt idx="536">
                  <c:v>9.355407</c:v>
                </c:pt>
                <c:pt idx="537">
                  <c:v>9.381529</c:v>
                </c:pt>
                <c:pt idx="538">
                  <c:v>9.515082</c:v>
                </c:pt>
                <c:pt idx="539">
                  <c:v>9.712792</c:v>
                </c:pt>
                <c:pt idx="540">
                  <c:v>9.663177</c:v>
                </c:pt>
                <c:pt idx="541">
                  <c:v>9.745734</c:v>
                </c:pt>
                <c:pt idx="542">
                  <c:v>9.830089</c:v>
                </c:pt>
                <c:pt idx="543">
                  <c:v>9.958794</c:v>
                </c:pt>
                <c:pt idx="544">
                  <c:v>9.98126</c:v>
                </c:pt>
                <c:pt idx="545">
                  <c:v>10.047451</c:v>
                </c:pt>
                <c:pt idx="546">
                  <c:v>10.152141</c:v>
                </c:pt>
                <c:pt idx="547">
                  <c:v>10.188012</c:v>
                </c:pt>
                <c:pt idx="548">
                  <c:v>10.309232</c:v>
                </c:pt>
                <c:pt idx="549">
                  <c:v>10.291621</c:v>
                </c:pt>
                <c:pt idx="550">
                  <c:v>10.428249</c:v>
                </c:pt>
                <c:pt idx="551">
                  <c:v>10.623884</c:v>
                </c:pt>
                <c:pt idx="552">
                  <c:v>10.810839</c:v>
                </c:pt>
                <c:pt idx="553">
                  <c:v>10.866023</c:v>
                </c:pt>
                <c:pt idx="554">
                  <c:v>10.889253</c:v>
                </c:pt>
                <c:pt idx="555">
                  <c:v>11.219226</c:v>
                </c:pt>
                <c:pt idx="556">
                  <c:v>11.4941</c:v>
                </c:pt>
                <c:pt idx="557">
                  <c:v>11.908938</c:v>
                </c:pt>
                <c:pt idx="558">
                  <c:v>12.184545</c:v>
                </c:pt>
                <c:pt idx="559">
                  <c:v>12.486452</c:v>
                </c:pt>
                <c:pt idx="560">
                  <c:v>12.798563</c:v>
                </c:pt>
                <c:pt idx="561">
                  <c:v>13.08926</c:v>
                </c:pt>
                <c:pt idx="562">
                  <c:v>13.378858</c:v>
                </c:pt>
                <c:pt idx="563">
                  <c:v>13.608256</c:v>
                </c:pt>
                <c:pt idx="564">
                  <c:v>13.857038</c:v>
                </c:pt>
                <c:pt idx="565">
                  <c:v>14.04585</c:v>
                </c:pt>
                <c:pt idx="566">
                  <c:v>14.203114</c:v>
                </c:pt>
                <c:pt idx="567">
                  <c:v>14.315495</c:v>
                </c:pt>
                <c:pt idx="568">
                  <c:v>14.482792</c:v>
                </c:pt>
                <c:pt idx="569">
                  <c:v>14.53622</c:v>
                </c:pt>
                <c:pt idx="570">
                  <c:v>14.573652</c:v>
                </c:pt>
                <c:pt idx="571">
                  <c:v>14.6719</c:v>
                </c:pt>
                <c:pt idx="572">
                  <c:v>14.758995</c:v>
                </c:pt>
                <c:pt idx="573">
                  <c:v>14.910959</c:v>
                </c:pt>
                <c:pt idx="574">
                  <c:v>15.021432</c:v>
                </c:pt>
                <c:pt idx="575">
                  <c:v>15.12331</c:v>
                </c:pt>
                <c:pt idx="576">
                  <c:v>15.222027</c:v>
                </c:pt>
                <c:pt idx="577">
                  <c:v>15.338238</c:v>
                </c:pt>
                <c:pt idx="578">
                  <c:v>15.343443</c:v>
                </c:pt>
                <c:pt idx="579">
                  <c:v>15.319254</c:v>
                </c:pt>
                <c:pt idx="580">
                  <c:v>15.309096</c:v>
                </c:pt>
                <c:pt idx="581">
                  <c:v>15.396083</c:v>
                </c:pt>
                <c:pt idx="582">
                  <c:v>15.396082</c:v>
                </c:pt>
                <c:pt idx="583">
                  <c:v>15.388673</c:v>
                </c:pt>
                <c:pt idx="584">
                  <c:v>15.308512</c:v>
                </c:pt>
                <c:pt idx="585">
                  <c:v>15.22136</c:v>
                </c:pt>
                <c:pt idx="586">
                  <c:v>15.119005</c:v>
                </c:pt>
                <c:pt idx="587">
                  <c:v>14.997737</c:v>
                </c:pt>
                <c:pt idx="588">
                  <c:v>14.894794</c:v>
                </c:pt>
                <c:pt idx="589">
                  <c:v>14.6255</c:v>
                </c:pt>
                <c:pt idx="590">
                  <c:v>14.170389</c:v>
                </c:pt>
                <c:pt idx="591">
                  <c:v>13.873007</c:v>
                </c:pt>
                <c:pt idx="592">
                  <c:v>13.545786</c:v>
                </c:pt>
                <c:pt idx="593">
                  <c:v>13.039867</c:v>
                </c:pt>
                <c:pt idx="594">
                  <c:v>12.386114</c:v>
                </c:pt>
                <c:pt idx="595">
                  <c:v>11.706088</c:v>
                </c:pt>
                <c:pt idx="596">
                  <c:v>10.919282</c:v>
                </c:pt>
                <c:pt idx="597">
                  <c:v>10.731145</c:v>
                </c:pt>
                <c:pt idx="598">
                  <c:v>10.435406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9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735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A82CE-0194-4C12-A818-A1F06E28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시간정보를 활용한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통신 트래픽 예측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3F76-9550-45B2-8C4F-6BE81264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ED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B9CEDB"/>
                </a:solidFill>
                <a:latin typeface="Malgun Gothic"/>
                <a:ea typeface="Malgun Gothic"/>
                <a:cs typeface="Malgun Gothic"/>
              </a:rPr>
              <a:t>Milano 데이터 기반 GRU 비교 실험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1C159-F74B-4D21-BF1A-4AD2851E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581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FFB454"/>
                </a:solidFill>
                <a:latin typeface="Malgun Gothic"/>
                <a:ea typeface="Malgun Gothic"/>
                <a:cs typeface="Malgun Gothic"/>
              </a:defRPr>
            </a:pPr>
            <a:r>
              <a:rPr sz="5175" b="1">
                <a:solidFill>
                  <a:srgbClr val="FFB454"/>
                </a:solidFill>
                <a:latin typeface="Malgun Gothic"/>
                <a:ea typeface="Malgun Gothic"/>
                <a:cs typeface="Malgun Gothic"/>
              </a:rPr>
              <a:t>8.85–13.54%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5A451-865A-4B62-B4E8-0F70249F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86350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기본 GRU 대비 평균 RMSE 감소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B14EC-DDBD-4DAB-AA3E-18252347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CED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B9CEDB"/>
                </a:solidFill>
                <a:latin typeface="Malgun Gothic"/>
                <a:ea typeface="Malgun Gothic"/>
                <a:cs typeface="Malgun Gothic"/>
              </a:rPr>
              <a:t>Square 1 · 28일 · 5개 예측 구간 · seed 3개</a:t>
            </a:r>
          </a:p>
        </p:txBody>
      </p:sp>
    </p:spTree>
    <p:extLst>
      <p:ext uri="{BB962C8B-B14F-4D97-AF65-F5344CB8AC3E}">
        <p14:creationId xmlns:p14="http://schemas.microsoft.com/office/powerpoint/2010/main" val="388462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AF9ED-9EB9-4CAB-9536-0023E71C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문제와 가설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C9E78-051B-4550-9E6A-239284D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189BF-5BEF-4F65-9E17-4BAC8911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04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같은 활동량이라도</a:t>
            </a:r>
          </a:p>
          <a:p xmlns:a="http://schemas.openxmlformats.org/drawingml/2006/main">
            <a:pPr>
              <a:defRPr sz="32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시간대와 요일에 따라</a:t>
            </a:r>
          </a:p>
          <a:p xmlns:a="http://schemas.openxmlformats.org/drawingml/2006/main">
            <a:pPr>
              <a:defRPr sz="32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이후 변화가 다를까?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5835-3FCA-42AA-88F2-18897775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97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rPr>
              <a:t>기존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10FBF-C027-454F-A0D4-81DB19F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328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과거 Internet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8E76C-4F82-4A73-89B6-4E107EF3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17C0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17C05"/>
                </a:solidFill>
                <a:latin typeface="Malgun Gothic"/>
                <a:ea typeface="Malgun Gothic"/>
                <a:cs typeface="Malgun Gothic"/>
              </a:rPr>
              <a:t>추가한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55C25-CD53-4514-A2EA-BFACC7C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시간대 · 요일 · 주말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58CE7-4502-4002-B7E8-CEE3E328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검증 가설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D2B8C-5B02-4ED3-A0A6-FDC8C609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시간정보를 추가하면 반복되는 트래픽 패턴의 예측 오차가 줄어든다.</a:t>
            </a:r>
          </a:p>
        </p:txBody>
      </p:sp>
    </p:spTree>
    <p:extLst>
      <p:ext uri="{BB962C8B-B14F-4D97-AF65-F5344CB8AC3E}">
        <p14:creationId xmlns:p14="http://schemas.microsoft.com/office/powerpoint/2010/main" val="117445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799AA-CCB8-49DF-9114-F78FF6B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데이터 검증과 10분 시계열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F3D5D-F376-4E1B-AC5F-DE21E4CB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F8F01-1515-4F93-A3C2-6B58E0E1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rPr>
              <a:t>28일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700AE-D9D7-47AC-97BD-A2AD676B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2013.11.01–11.28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AF12E-CACE-47F4-9076-5C7968E2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620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rPr>
              <a:t>4,032개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E8883-DF20-4552-8DE2-4299A0DE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Square 1의 10분 관측값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05FD2-B10D-4B94-832E-877C3CE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62075"/>
            <a:ext cx="328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rPr>
              <a:t>결측 0개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AD915-9216-4BF3-B91D-36BDCAB5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날짜 누락·파일 중복 없음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2695575"/>
          <a:ext xmlns:a="http://schemas.openxmlformats.org/drawingml/2006/main" cx="1085850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0d70f7571b4ee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A2CD3-05F5-4F54-85C1-52F6B66D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국가 코드별 활동량을 시각별 합산. 빈 구간 보간과 이상치 삭제 없이 사용.</a:t>
            </a:r>
          </a:p>
        </p:txBody>
      </p:sp>
    </p:spTree>
    <p:extLst>
      <p:ext uri="{BB962C8B-B14F-4D97-AF65-F5344CB8AC3E}">
        <p14:creationId xmlns:p14="http://schemas.microsoft.com/office/powerpoint/2010/main" val="965109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7EB84-CF5D-4439-8299-8F9A358A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동일한 GRU에 입력 특징만 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2387C-7833-4C64-9BA2-EEC1A0C0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46AD9-5F9A-4F1C-A594-99B4FF33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47BA0"/>
                </a:solidFill>
                <a:latin typeface="Malgun Gothic"/>
                <a:ea typeface="Malgun Gothic"/>
                <a:cs typeface="Malgun Gothic"/>
              </a:rPr>
              <a:t>기본 GRU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AAC4C-1F4B-418D-8569-A49CDEA7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17C0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17C05"/>
                </a:solidFill>
                <a:latin typeface="Malgun Gothic"/>
                <a:ea typeface="Malgun Gothic"/>
                <a:cs typeface="Malgun Gothic"/>
              </a:rPr>
              <a:t>개선 GRU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E2325-B450-4710-BA1D-A99CF47A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입력 특징 1개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C6FBA-E6A5-4153-9289-ADB721B0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입력 특징 6개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BA6E-7A72-4F5C-A55E-E31444E8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Internet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17EFD-636D-46A1-8D24-DD508F02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Internet activity</a:t>
            </a:r>
          </a:p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시간대 sin / cos</a:t>
            </a:r>
          </a:p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요일 sin / cos</a:t>
            </a:r>
          </a:p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주말 여부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33587-64DA-442C-8658-5B872EBE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공통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1DE5B-1367-4ECD-9D1B-0C9180D5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97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과거 24시간 입력  /  GRU hidden 32  /  horizon별 단일 값 직접 예측</a:t>
            </a:r>
          </a:p>
        </p:txBody>
      </p:sp>
    </p:spTree>
    <p:extLst>
      <p:ext uri="{BB962C8B-B14F-4D97-AF65-F5344CB8AC3E}">
        <p14:creationId xmlns:p14="http://schemas.microsoft.com/office/powerpoint/2010/main" val="534835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92678-E62E-448C-8080-FDFA7C91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미래 정보가 섞이지 않는 실험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09075-E48D-4E69-B27F-EEF7C45F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131AA-5B29-46C6-BCCC-D7A0207B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CA72C-5479-4F7F-B72A-1103EDCA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733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Train 70%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C1862-4CC4-49CC-A57E-9BFC712B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1609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F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38E7F-9355-49CA-BBEB-C982468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04975"/>
            <a:ext cx="1419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Validation 15%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03521-6FE7-4D8A-A31E-9B19961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543050"/>
            <a:ext cx="1609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C0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DC056-7ECB-4594-8FA5-F0FFB932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04975"/>
            <a:ext cx="1419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Test 15%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E46B6-F360-4A10-9DC6-F764A8AA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2,822개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67B22-202D-45AE-91E6-364799AC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605개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03400-880A-45ED-88D6-D8C5281C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605개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9A142-4B37-4EC3-A4DD-0C732424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정규화와 모델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6EFAF-D9B1-4AFA-8E94-61FF900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52197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train 값으로만 평균·표준편차 계산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validation 손실로 조기 종료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test로 설정이나 seed를 선택하지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7A5D2-CB9C-4AF7-9EBE-AD8BD961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비교의 일관성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DB7BB-493C-48F2-AD5B-D2D48CBD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9053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1h / 3h / 6h / 12h / 24h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동일 설정, seed 42·43·44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Persistence도 동일 시험 시점 평가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8BA7E-A7BB-4EE9-A884-410B650C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시험 중 이미 관측한 값을 다음 입력으로 사용하는 rolling-origin 평가</a:t>
            </a:r>
          </a:p>
        </p:txBody>
      </p:sp>
    </p:spTree>
    <p:extLst>
      <p:ext uri="{BB962C8B-B14F-4D97-AF65-F5344CB8AC3E}">
        <p14:creationId xmlns:p14="http://schemas.microsoft.com/office/powerpoint/2010/main" val="84583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BA1E9-2F8E-4624-8715-85462D60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모든 예측 구간에서 평균 RMSE 감소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B7BFD-AC34-4C7D-865E-91A6ABF2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533525"/>
          <a:ext xmlns:a="http://schemas.openxmlformats.org/drawingml/2006/main" cx="7524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4b21442f4a42e7"/>
          </a:graphicData>
        </a:graphic>
      </p:graphicFrame>
      <p:graphicFrame>
        <p:nvGraphicFramePr>
          <p:cNvPr id="10" name=""/>
          <p:cNvGraphicFramePr/>
          <p:nvPr/>
        </p:nvGraphicFramePr>
        <p:xfrm>
          <a:off xmlns:a="http://schemas.openxmlformats.org/drawingml/2006/main" x="8515350" y="1743075"/>
          <a:ext xmlns:a="http://schemas.openxmlformats.org/drawingml/2006/main" cx="29337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981200"/>
              </a:tblGrid>
              <a:tr h="52863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RMSE 감소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12.08%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13.54%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9.32%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9B23B-F315-46A9-8A61-6AF5AB02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같은 seed끼리 비교한 15쌍 모두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5CCC4-04FD-47DD-A062-D966F0E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38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기본 GRU 대비. 단일 Square·28일 조건의 결과이며, 일반적 우수성을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223067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2D7B7-139A-4CE9-BDD6-17805CD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일간 흐름은 따라가지만 급격한 피크는 놓침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64101-6F5F-45C9-BD26-2A3B785D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10858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c36203d36b4c8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52ABC-0FF5-4C16-9071-326BF2FA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1h 예측, seed 42, 시험 시점 599개 전체  ·  현지 11/24 20:10–11/28 23:50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45F75-FFE7-4481-99FC-E28159E9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시간정보는 반복 패턴에 도움이 됐지만, 돌발적인 활동량 급증까지 설명하지는 못했다.</a:t>
            </a:r>
          </a:p>
        </p:txBody>
      </p:sp>
    </p:spTree>
    <p:extLst>
      <p:ext uri="{BB962C8B-B14F-4D97-AF65-F5344CB8AC3E}">
        <p14:creationId xmlns:p14="http://schemas.microsoft.com/office/powerpoint/2010/main" val="1087155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949DF-299C-4E47-83E2-134C10BB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시간정보 활용의 가능성을 제한된 실험으로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B8051-6212-4107-8B42-74BC12EE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9CDF8-EFAB-4CC4-98CB-099CF73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17C0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17C05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4FE56-6C28-47E1-9936-97931897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52197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RMSE 8.85–13.54% 감소</a:t>
            </a:r>
          </a:p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MAE 15.22–27.83% 감소</a:t>
            </a:r>
          </a:p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모든 horizon에서 개선 방향 일치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450E1-5829-41C9-B3CF-0E66BBB6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해석의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D3133-01CE-4A6E-BFBC-9A0F5E6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90537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Square 1과 28일에 한정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시험 기간 약 4.2일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seed 변동은 통계적 유의성의 근거가 아님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3F7A2-BB91-4B79-AA40-04F45CA4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구현·검증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9A819-1690-47E4-89CF-B24C7893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원본 검증과 전처리, 누수 방지 설계, 기준 모델 비교, 재현 가능한 결과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9D81E-0ACF-4C25-A583-5470CD1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Python·PyTorch 기반 구현과 정리에 AI 보조 활용</a:t>
            </a:r>
          </a:p>
        </p:txBody>
      </p:sp>
    </p:spTree>
    <p:extLst>
      <p:ext uri="{BB962C8B-B14F-4D97-AF65-F5344CB8AC3E}">
        <p14:creationId xmlns:p14="http://schemas.microsoft.com/office/powerpoint/2010/main" val="255831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833D0-CB55-4AF5-BCAB-F9ED1B9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부록 1. 전체 성능표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91BC-FC41-42C5-AB22-3EFE5C4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257300"/>
          <a:ext xmlns:a="http://schemas.openxmlformats.org/drawingml/2006/main" cx="1095375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1905000"/>
                <a:gridCol w="2743200"/>
                <a:gridCol w="2743200"/>
                <a:gridCol w="2752725"/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GRU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0.645 ± 0.016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2.143 ± 0.048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1.326 ± 0.031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GRU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0.711 ± 0.006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1.933 ± 0.022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1.124 ± 0.029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Persistence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GRU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0.626 ± 0.061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2.098 ± 0.170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1.387 ± 0.146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GRU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0.712 ± 0.003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1.845 ± 0.008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1.080 ± 0.028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Persistence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-0.459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4.154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2.966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GRU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0.632 ± 0.022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2.099 ± 0.064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1.450 ± 0.066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GRU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0.725 ± 0.006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1.815 ± 0.021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1.047 ± 0.018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Persistence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-1.504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4.063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GRU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0.615 ± 0.030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2.115 ± 0.082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1.432 ± 0.100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GRU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0.683 ± 0.023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1.918 ± 0.069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1.104 ± 0.088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Persistence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-1.784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5.689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4.814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GRU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0.625 ± 0.001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2.202 ± 0.004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1.344 ± 0.009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GRU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0.688 ± 0.006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2.007 ± 0.019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1.133 ± 0.019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Persistence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2.786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43E95-477D-404C-AE66-C69FDBF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24575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GRU: seed 3개 평균 ± 표본 표준편차. Persistence: 단일 결과. 표준편차는 신뢰구간이 아님.</a:t>
            </a:r>
          </a:p>
        </p:txBody>
      </p:sp>
    </p:spTree>
    <p:extLst>
      <p:ext uri="{BB962C8B-B14F-4D97-AF65-F5344CB8AC3E}">
        <p14:creationId xmlns:p14="http://schemas.microsoft.com/office/powerpoint/2010/main" val="1780860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A37AA-D8B2-4569-A71C-8291504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부록 2. 재현 자료와 상세 설정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F8B63-CB9C-48FC-99A3-D5106165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95325" y="1571625"/>
          <a:ext xmlns:a="http://schemas.openxmlformats.org/drawingml/2006/main" cx="51816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400300"/>
              </a:tblGrid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설정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고정값</a:t>
                      </a:r>
                    </a:p>
                  </a:txBody>
                  <a:tcPr marL="91440" marR="91440" marT="45720" marB="45720">
                    <a:solidFill>
                      <a:srgbClr val="142735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Optimizer / 손실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Adam / 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학습률 / Batch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0.001 / 64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epoch / Patience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 / 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GRU 층 / Hidden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/ 32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Gradient clipping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7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1EAB2-D581-4944-921C-4C40A8F5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결과와 근거 파일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F82E0-EF78-4274-92A5-FD7FF6C1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REPORT.md</a:t>
            </a:r>
          </a:p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실험 조건·결과·해석·한계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56EAB-5C6D-45C1-95AB-A3BFCA08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857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metrics.csv / paired_differences.csv</a:t>
            </a:r>
          </a:p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seed별 지표와 개선 전후 차이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7C98A-A674-49FD-8A59-E85BB425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manifest.json / source_snapshot</a:t>
            </a:r>
          </a:p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735"/>
                </a:solidFill>
                <a:latin typeface="Malgun Gothic"/>
                <a:ea typeface="Malgun Gothic"/>
                <a:cs typeface="Malgun Gothic"/>
              </a:rPr>
              <a:t>고정 설정·환경·실행 코드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60377-195C-4A22-A985-74BA40D3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578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7BA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7BA0"/>
                </a:solidFill>
                <a:latin typeface="Malgun Gothic"/>
                <a:ea typeface="Malgun Gothic"/>
                <a:cs typeface="Malgun Gothic"/>
              </a:rPr>
              <a:t>데이터 출처  doi.org/10.7910/DVN/EGZHFV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4C769-C462-4247-893E-DECF108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17D"/>
                </a:solidFill>
                <a:latin typeface="Malgun Gothic"/>
                <a:ea typeface="Malgun Gothic"/>
                <a:cs typeface="Malgun Gothic"/>
              </a:rPr>
              <a:t>원본 재배포 대신 공식 데이터 출처와 다운로드 절차를 제공</a:t>
            </a:r>
          </a:p>
        </p:txBody>
      </p:sp>
    </p:spTree>
    <p:extLst>
      <p:ext uri="{BB962C8B-B14F-4D97-AF65-F5344CB8AC3E}">
        <p14:creationId xmlns:p14="http://schemas.microsoft.com/office/powerpoint/2010/main" val="345815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2026-09-29T04:19:49.7900000Z</dcterms:created>
  <dcterms:modified xsi:type="dcterms:W3CDTF">2026-09-29T04:19:49.7900000Z</dcterms:modified>
</coreProperties>
</file>